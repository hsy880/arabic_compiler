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62" r:id="rId3"/>
    <p:sldId id="263" r:id="rId4"/>
    <p:sldId id="260" r:id="rId5"/>
    <p:sldId id="261" r:id="rId6"/>
    <p:sldId id="258" r:id="rId7"/>
    <p:sldId id="264" r:id="rId8"/>
    <p:sldId id="265" r:id="rId9"/>
    <p:sldId id="267" r:id="rId10"/>
    <p:sldId id="268" r:id="rId11"/>
    <p:sldId id="270" r:id="rId12"/>
    <p:sldId id="269" r:id="rId13"/>
    <p:sldId id="266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22463B-D56C-42BC-B4F3-C454E1EE72F4}" type="doc">
      <dgm:prSet loTypeId="urn:microsoft.com/office/officeart/2005/8/layout/b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168B9E1-BDAF-407C-9495-FAC0904EC51B}">
      <dgm:prSet phldrT="[Text]"/>
      <dgm:spPr/>
      <dgm:t>
        <a:bodyPr/>
        <a:lstStyle/>
        <a:p>
          <a:pPr algn="ctr"/>
          <a:r>
            <a:rPr lang="en-US" b="1" i="1" dirty="0" smtClean="0"/>
            <a:t>1: SCANNER</a:t>
          </a:r>
          <a:endParaRPr lang="en-US" b="1" i="1" dirty="0"/>
        </a:p>
      </dgm:t>
    </dgm:pt>
    <dgm:pt modelId="{0545E9EB-25BB-4A80-9931-3AFD6CB9C43E}" type="parTrans" cxnId="{C4A94EF4-4FE9-4E64-8D61-30BC30288D1D}">
      <dgm:prSet/>
      <dgm:spPr/>
      <dgm:t>
        <a:bodyPr/>
        <a:lstStyle/>
        <a:p>
          <a:endParaRPr lang="en-US"/>
        </a:p>
      </dgm:t>
    </dgm:pt>
    <dgm:pt modelId="{CC630C80-2AFB-4950-8462-5DBB27E4417F}" type="sibTrans" cxnId="{C4A94EF4-4FE9-4E64-8D61-30BC30288D1D}">
      <dgm:prSet/>
      <dgm:spPr/>
      <dgm:t>
        <a:bodyPr/>
        <a:lstStyle/>
        <a:p>
          <a:endParaRPr lang="en-US"/>
        </a:p>
      </dgm:t>
    </dgm:pt>
    <dgm:pt modelId="{A386C989-7F0A-47EE-861A-0786D224D008}">
      <dgm:prSet phldrT="[Text]" custT="1"/>
      <dgm:spPr/>
      <dgm:t>
        <a:bodyPr/>
        <a:lstStyle/>
        <a:p>
          <a:pPr algn="r"/>
          <a:r>
            <a:rPr lang="ar-EG" sz="2000" dirty="0" smtClean="0"/>
            <a:t>ياخد الكود ويفصلو لمجموعة من ال </a:t>
          </a:r>
          <a:r>
            <a:rPr lang="en-US" sz="2000" dirty="0" smtClean="0"/>
            <a:t>TOKENS</a:t>
          </a:r>
          <a:r>
            <a:rPr lang="ar-EG" sz="2000" dirty="0" smtClean="0"/>
            <a:t> </a:t>
          </a:r>
          <a:endParaRPr lang="en-US" sz="2000" dirty="0"/>
        </a:p>
      </dgm:t>
    </dgm:pt>
    <dgm:pt modelId="{93EB69BF-9D64-460D-8F5C-D75D2C94B33C}" type="parTrans" cxnId="{C516CE74-3A31-4229-AB2E-15F68248BC4A}">
      <dgm:prSet/>
      <dgm:spPr/>
      <dgm:t>
        <a:bodyPr/>
        <a:lstStyle/>
        <a:p>
          <a:endParaRPr lang="en-US"/>
        </a:p>
      </dgm:t>
    </dgm:pt>
    <dgm:pt modelId="{009BDEBE-C603-4729-A56D-23B71795D2C2}" type="sibTrans" cxnId="{C516CE74-3A31-4229-AB2E-15F68248BC4A}">
      <dgm:prSet/>
      <dgm:spPr/>
      <dgm:t>
        <a:bodyPr/>
        <a:lstStyle/>
        <a:p>
          <a:endParaRPr lang="en-US"/>
        </a:p>
      </dgm:t>
    </dgm:pt>
    <dgm:pt modelId="{1DA3E538-5147-4E40-9066-91E9273D04D8}">
      <dgm:prSet phldrT="[Text]"/>
      <dgm:spPr/>
      <dgm:t>
        <a:bodyPr/>
        <a:lstStyle/>
        <a:p>
          <a:pPr algn="ctr"/>
          <a:r>
            <a:rPr lang="en-US" b="1" i="1" dirty="0" smtClean="0"/>
            <a:t>2: PARSER</a:t>
          </a:r>
          <a:endParaRPr lang="en-US" b="1" i="1" dirty="0"/>
        </a:p>
      </dgm:t>
    </dgm:pt>
    <dgm:pt modelId="{668AD2BC-DB08-443B-9BC4-CE1984C9D67A}" type="parTrans" cxnId="{CC750758-A99B-4C81-B85B-AC82258F3E00}">
      <dgm:prSet/>
      <dgm:spPr/>
      <dgm:t>
        <a:bodyPr/>
        <a:lstStyle/>
        <a:p>
          <a:endParaRPr lang="en-US"/>
        </a:p>
      </dgm:t>
    </dgm:pt>
    <dgm:pt modelId="{E03F33DA-ED85-44B0-BDAE-AE610A803653}" type="sibTrans" cxnId="{CC750758-A99B-4C81-B85B-AC82258F3E00}">
      <dgm:prSet/>
      <dgm:spPr/>
      <dgm:t>
        <a:bodyPr/>
        <a:lstStyle/>
        <a:p>
          <a:endParaRPr lang="en-US"/>
        </a:p>
      </dgm:t>
    </dgm:pt>
    <dgm:pt modelId="{C246E428-FF4C-4E4A-AB58-1B94DF7E4491}">
      <dgm:prSet phldrT="[Text]" custT="1"/>
      <dgm:spPr/>
      <dgm:t>
        <a:bodyPr/>
        <a:lstStyle/>
        <a:p>
          <a:pPr algn="r" rtl="1"/>
          <a:r>
            <a:rPr lang="ar-EG" sz="2000" dirty="0" smtClean="0"/>
            <a:t>نقرأ ال</a:t>
          </a:r>
          <a:r>
            <a:rPr lang="en-US" sz="2000" dirty="0" smtClean="0"/>
            <a:t>tokens </a:t>
          </a:r>
          <a:r>
            <a:rPr lang="ar-EG" sz="2000" dirty="0" smtClean="0"/>
            <a:t>من ال</a:t>
          </a:r>
          <a:r>
            <a:rPr lang="en-US" sz="2000" dirty="0" smtClean="0"/>
            <a:t>scanner </a:t>
          </a:r>
        </a:p>
        <a:p>
          <a:pPr algn="r" rtl="1"/>
          <a:r>
            <a:rPr lang="ar-EG" sz="2000" dirty="0" smtClean="0"/>
            <a:t>ويحوله الي </a:t>
          </a:r>
          <a:r>
            <a:rPr lang="en-US" sz="2000" dirty="0" smtClean="0"/>
            <a:t>AST </a:t>
          </a:r>
          <a:r>
            <a:rPr lang="ar-EG" sz="2000" dirty="0" smtClean="0"/>
            <a:t> ويتاكد ان ترتيبها صحيح حسب قواعد اللغة </a:t>
          </a:r>
          <a:endParaRPr lang="en-US" sz="2000" dirty="0"/>
        </a:p>
      </dgm:t>
    </dgm:pt>
    <dgm:pt modelId="{6B2EEECA-6121-4B28-A5B8-ADAA8FFF8ECC}" type="parTrans" cxnId="{67DAFD7E-B604-404C-B9D9-5ACEF694AC7A}">
      <dgm:prSet/>
      <dgm:spPr/>
      <dgm:t>
        <a:bodyPr/>
        <a:lstStyle/>
        <a:p>
          <a:endParaRPr lang="en-US"/>
        </a:p>
      </dgm:t>
    </dgm:pt>
    <dgm:pt modelId="{861564AC-83FB-453B-9441-0C2C7E7CC494}" type="sibTrans" cxnId="{67DAFD7E-B604-404C-B9D9-5ACEF694AC7A}">
      <dgm:prSet/>
      <dgm:spPr/>
      <dgm:t>
        <a:bodyPr/>
        <a:lstStyle/>
        <a:p>
          <a:endParaRPr lang="en-US"/>
        </a:p>
      </dgm:t>
    </dgm:pt>
    <dgm:pt modelId="{E68B6E6B-BF8A-41B3-B5FF-B765496AB351}">
      <dgm:prSet phldrT="[Text]"/>
      <dgm:spPr/>
      <dgm:t>
        <a:bodyPr/>
        <a:lstStyle/>
        <a:p>
          <a:pPr algn="ctr"/>
          <a:r>
            <a:rPr lang="en-US" b="1" i="1" dirty="0" smtClean="0"/>
            <a:t>3: SEMANTIC</a:t>
          </a:r>
          <a:endParaRPr lang="en-US" b="1" i="1" dirty="0"/>
        </a:p>
      </dgm:t>
    </dgm:pt>
    <dgm:pt modelId="{901F5CD5-0BEA-4BC0-9F14-28BACF27E784}" type="parTrans" cxnId="{B1976871-5F68-4E24-9F74-DA5D075DE443}">
      <dgm:prSet/>
      <dgm:spPr/>
      <dgm:t>
        <a:bodyPr/>
        <a:lstStyle/>
        <a:p>
          <a:endParaRPr lang="en-US"/>
        </a:p>
      </dgm:t>
    </dgm:pt>
    <dgm:pt modelId="{FE287044-0A88-441C-95CF-CA62520618CD}" type="sibTrans" cxnId="{B1976871-5F68-4E24-9F74-DA5D075DE443}">
      <dgm:prSet/>
      <dgm:spPr/>
      <dgm:t>
        <a:bodyPr/>
        <a:lstStyle/>
        <a:p>
          <a:endParaRPr lang="en-US"/>
        </a:p>
      </dgm:t>
    </dgm:pt>
    <dgm:pt modelId="{22F16F89-B1DD-43E6-BA20-C8D3327C399F}">
      <dgm:prSet phldrT="[Text]" custT="1"/>
      <dgm:spPr/>
      <dgm:t>
        <a:bodyPr/>
        <a:lstStyle/>
        <a:p>
          <a:pPr algn="r"/>
          <a:r>
            <a:rPr lang="ar-EG" sz="2000" dirty="0" smtClean="0"/>
            <a:t>التأكد من صحة الكود انه لا يحتوي علي اي اخطاء لغوية</a:t>
          </a:r>
          <a:endParaRPr lang="en-US" sz="2000" dirty="0"/>
        </a:p>
      </dgm:t>
    </dgm:pt>
    <dgm:pt modelId="{76F9289A-7D0E-4A4C-826C-99129CD3D53D}" type="parTrans" cxnId="{56F8C9F2-3D1E-4E38-82A6-36E63C20B3C5}">
      <dgm:prSet/>
      <dgm:spPr/>
      <dgm:t>
        <a:bodyPr/>
        <a:lstStyle/>
        <a:p>
          <a:endParaRPr lang="en-US"/>
        </a:p>
      </dgm:t>
    </dgm:pt>
    <dgm:pt modelId="{FAE21E61-BA9A-43DA-AAF0-9E217A326415}" type="sibTrans" cxnId="{56F8C9F2-3D1E-4E38-82A6-36E63C20B3C5}">
      <dgm:prSet/>
      <dgm:spPr/>
      <dgm:t>
        <a:bodyPr/>
        <a:lstStyle/>
        <a:p>
          <a:endParaRPr lang="en-US"/>
        </a:p>
      </dgm:t>
    </dgm:pt>
    <dgm:pt modelId="{9611C955-0407-4273-8B71-54FE5BB8C209}">
      <dgm:prSet phldrT="[Text]"/>
      <dgm:spPr/>
      <dgm:t>
        <a:bodyPr/>
        <a:lstStyle/>
        <a:p>
          <a:pPr algn="ctr"/>
          <a:r>
            <a:rPr lang="en-US" b="1" i="1" dirty="0" smtClean="0"/>
            <a:t>4: CODE GENERATION</a:t>
          </a:r>
          <a:endParaRPr lang="en-US" b="1" i="1" dirty="0"/>
        </a:p>
      </dgm:t>
    </dgm:pt>
    <dgm:pt modelId="{969D6839-6FCD-4284-8488-20720887C9A1}" type="parTrans" cxnId="{F582AD2D-D10B-4334-9C55-747D394D233F}">
      <dgm:prSet/>
      <dgm:spPr/>
      <dgm:t>
        <a:bodyPr/>
        <a:lstStyle/>
        <a:p>
          <a:endParaRPr lang="en-US"/>
        </a:p>
      </dgm:t>
    </dgm:pt>
    <dgm:pt modelId="{01C6A4A8-BA08-4E0A-818F-6202AE3100D3}" type="sibTrans" cxnId="{F582AD2D-D10B-4334-9C55-747D394D233F}">
      <dgm:prSet/>
      <dgm:spPr/>
      <dgm:t>
        <a:bodyPr/>
        <a:lstStyle/>
        <a:p>
          <a:endParaRPr lang="en-US"/>
        </a:p>
      </dgm:t>
    </dgm:pt>
    <dgm:pt modelId="{0B3A43E7-AD72-44FD-8335-66CB8BF71524}">
      <dgm:prSet phldrT="[Text]" custT="1"/>
      <dgm:spPr/>
      <dgm:t>
        <a:bodyPr/>
        <a:lstStyle/>
        <a:p>
          <a:pPr algn="r" rtl="1"/>
          <a:r>
            <a:rPr lang="ar-EG" sz="2000" b="0" i="0" dirty="0" smtClean="0"/>
            <a:t>نقوم بتحويل الكود الي اي لغة اخري ثم يقوم بعمل</a:t>
          </a:r>
          <a:r>
            <a:rPr lang="en-US" sz="2000" b="0" i="0" dirty="0" smtClean="0"/>
            <a:t>run </a:t>
          </a:r>
          <a:r>
            <a:rPr lang="ar-EG" sz="2000" b="0" i="0" dirty="0" smtClean="0"/>
            <a:t> للكود</a:t>
          </a:r>
          <a:r>
            <a:rPr lang="en-US" sz="2000" b="0" i="0" dirty="0" smtClean="0"/>
            <a:t> </a:t>
          </a:r>
          <a:r>
            <a:rPr lang="ar-EG" sz="2000" b="0" i="0" dirty="0" smtClean="0"/>
            <a:t>ونظهر الناتج باستخدام </a:t>
          </a:r>
          <a:r>
            <a:rPr lang="en-US" sz="2000" b="0" i="0" dirty="0" smtClean="0"/>
            <a:t>GUI</a:t>
          </a:r>
          <a:endParaRPr lang="en-US" sz="2000" b="0" i="0" dirty="0"/>
        </a:p>
      </dgm:t>
    </dgm:pt>
    <dgm:pt modelId="{C97EA227-31A8-4F60-AA0C-B8815FAAFE90}" type="parTrans" cxnId="{1E6CCDEB-1EDE-41D4-A2F5-86528D69D82A}">
      <dgm:prSet/>
      <dgm:spPr/>
      <dgm:t>
        <a:bodyPr/>
        <a:lstStyle/>
        <a:p>
          <a:endParaRPr lang="en-US"/>
        </a:p>
      </dgm:t>
    </dgm:pt>
    <dgm:pt modelId="{2DACECC3-449B-45F9-AE36-31CBCDAB5120}" type="sibTrans" cxnId="{1E6CCDEB-1EDE-41D4-A2F5-86528D69D82A}">
      <dgm:prSet/>
      <dgm:spPr/>
      <dgm:t>
        <a:bodyPr/>
        <a:lstStyle/>
        <a:p>
          <a:endParaRPr lang="en-US"/>
        </a:p>
      </dgm:t>
    </dgm:pt>
    <dgm:pt modelId="{8E9112EF-683D-47D6-866D-D75930BB2F32}" type="pres">
      <dgm:prSet presAssocID="{F122463B-D56C-42BC-B4F3-C454E1EE72F4}" presName="diagram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B852611-1202-4BD6-90D4-EECFB3BB7DA0}" type="pres">
      <dgm:prSet presAssocID="{9168B9E1-BDAF-407C-9495-FAC0904EC51B}" presName="compNode" presStyleCnt="0"/>
      <dgm:spPr/>
    </dgm:pt>
    <dgm:pt modelId="{6037E792-A747-4521-B82F-F78B88385035}" type="pres">
      <dgm:prSet presAssocID="{9168B9E1-BDAF-407C-9495-FAC0904EC51B}" presName="childRec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89B880-CAD5-47C3-96F7-A0F0F83E7F22}" type="pres">
      <dgm:prSet presAssocID="{9168B9E1-BDAF-407C-9495-FAC0904EC51B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D0789D-C9F3-4BCF-8AA5-725B9EAA0DEF}" type="pres">
      <dgm:prSet presAssocID="{9168B9E1-BDAF-407C-9495-FAC0904EC51B}" presName="parentRect" presStyleLbl="alignNode1" presStyleIdx="0" presStyleCnt="4"/>
      <dgm:spPr/>
      <dgm:t>
        <a:bodyPr/>
        <a:lstStyle/>
        <a:p>
          <a:endParaRPr lang="en-US"/>
        </a:p>
      </dgm:t>
    </dgm:pt>
    <dgm:pt modelId="{BA3C8773-1930-4209-9B9A-6BB3C41D71BA}" type="pres">
      <dgm:prSet presAssocID="{9168B9E1-BDAF-407C-9495-FAC0904EC51B}" presName="adorn" presStyleLbl="fgAccFollowNode1" presStyleIdx="0" presStyleCnt="4" custLinFactY="28191" custLinFactNeighborX="-91999" custLinFactNeighborY="100000"/>
      <dgm:spPr>
        <a:noFill/>
        <a:ln>
          <a:noFill/>
        </a:ln>
      </dgm:spPr>
    </dgm:pt>
    <dgm:pt modelId="{A48C40E0-8F19-4DE0-8774-1CA58D962CE0}" type="pres">
      <dgm:prSet presAssocID="{CC630C80-2AFB-4950-8462-5DBB27E4417F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10EBF49-38F6-4A35-922F-8037B3431BD8}" type="pres">
      <dgm:prSet presAssocID="{1DA3E538-5147-4E40-9066-91E9273D04D8}" presName="compNode" presStyleCnt="0"/>
      <dgm:spPr/>
    </dgm:pt>
    <dgm:pt modelId="{333002AB-78F3-4FD6-82FB-F26F494FCB4F}" type="pres">
      <dgm:prSet presAssocID="{1DA3E538-5147-4E40-9066-91E9273D04D8}" presName="childRec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D4FD94-E90C-4425-9979-037FC67095E2}" type="pres">
      <dgm:prSet presAssocID="{1DA3E538-5147-4E40-9066-91E9273D04D8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E2FC07-08DC-4EF9-9ED7-0BB5CF167645}" type="pres">
      <dgm:prSet presAssocID="{1DA3E538-5147-4E40-9066-91E9273D04D8}" presName="parentRect" presStyleLbl="alignNode1" presStyleIdx="1" presStyleCnt="4"/>
      <dgm:spPr/>
      <dgm:t>
        <a:bodyPr/>
        <a:lstStyle/>
        <a:p>
          <a:endParaRPr lang="en-US"/>
        </a:p>
      </dgm:t>
    </dgm:pt>
    <dgm:pt modelId="{BFB5CE80-FAC0-47EB-A88C-BC4601A13C36}" type="pres">
      <dgm:prSet presAssocID="{1DA3E538-5147-4E40-9066-91E9273D04D8}" presName="adorn" presStyleLbl="fgAccFollowNode1" presStyleIdx="1" presStyleCnt="4" custLinFactX="-200000" custLinFactY="100000" custLinFactNeighborX="-263983" custLinFactNeighborY="151844"/>
      <dgm:spPr>
        <a:noFill/>
        <a:ln>
          <a:noFill/>
        </a:ln>
      </dgm:spPr>
    </dgm:pt>
    <dgm:pt modelId="{D9B1ED87-FD7D-4D31-A108-9FC363D2E5CF}" type="pres">
      <dgm:prSet presAssocID="{E03F33DA-ED85-44B0-BDAE-AE610A803653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342A464-ACB0-4EFA-838A-6C7D6011CE63}" type="pres">
      <dgm:prSet presAssocID="{E68B6E6B-BF8A-41B3-B5FF-B765496AB351}" presName="compNode" presStyleCnt="0"/>
      <dgm:spPr/>
    </dgm:pt>
    <dgm:pt modelId="{061606F0-2E27-4423-AC8D-54F05826BA66}" type="pres">
      <dgm:prSet presAssocID="{E68B6E6B-BF8A-41B3-B5FF-B765496AB351}" presName="childRec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294E64-83C5-487E-92C0-E87DBCF0AAE5}" type="pres">
      <dgm:prSet presAssocID="{E68B6E6B-BF8A-41B3-B5FF-B765496AB351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C45FC2-D844-4432-9397-08A2E2204978}" type="pres">
      <dgm:prSet presAssocID="{E68B6E6B-BF8A-41B3-B5FF-B765496AB351}" presName="parentRect" presStyleLbl="alignNode1" presStyleIdx="2" presStyleCnt="4"/>
      <dgm:spPr/>
      <dgm:t>
        <a:bodyPr/>
        <a:lstStyle/>
        <a:p>
          <a:endParaRPr lang="en-US"/>
        </a:p>
      </dgm:t>
    </dgm:pt>
    <dgm:pt modelId="{5D4F8CFF-9DA9-492F-8DB7-F9D293CB56C2}" type="pres">
      <dgm:prSet presAssocID="{E68B6E6B-BF8A-41B3-B5FF-B765496AB351}" presName="adorn" presStyleLbl="fgAccFollowNode1" presStyleIdx="2" presStyleCnt="4" custLinFactX="-356099" custLinFactY="100000" custLinFactNeighborX="-400000" custLinFactNeighborY="104187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noFill/>
        <a:ln>
          <a:noFill/>
        </a:ln>
      </dgm:spPr>
    </dgm:pt>
    <dgm:pt modelId="{B51CCEBA-E65B-4095-844E-9AF1A5EC4E7B}" type="pres">
      <dgm:prSet presAssocID="{FE287044-0A88-441C-95CF-CA62520618C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5C67E22D-D90F-4CDB-8663-AFA660317B16}" type="pres">
      <dgm:prSet presAssocID="{9611C955-0407-4273-8B71-54FE5BB8C209}" presName="compNode" presStyleCnt="0"/>
      <dgm:spPr/>
    </dgm:pt>
    <dgm:pt modelId="{CA0F497E-9A82-4889-9510-519C82B58246}" type="pres">
      <dgm:prSet presAssocID="{9611C955-0407-4273-8B71-54FE5BB8C209}" presName="childRec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22A8AC-F722-476B-B724-E95F88B40B0E}" type="pres">
      <dgm:prSet presAssocID="{9611C955-0407-4273-8B71-54FE5BB8C209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7EABE7-0A0E-41A0-B341-081BB67B0423}" type="pres">
      <dgm:prSet presAssocID="{9611C955-0407-4273-8B71-54FE5BB8C209}" presName="parentRect" presStyleLbl="alignNode1" presStyleIdx="3" presStyleCnt="4"/>
      <dgm:spPr/>
      <dgm:t>
        <a:bodyPr/>
        <a:lstStyle/>
        <a:p>
          <a:endParaRPr lang="en-US"/>
        </a:p>
      </dgm:t>
    </dgm:pt>
    <dgm:pt modelId="{776DEEDF-E37D-4659-A0CC-C96104FB5B7B}" type="pres">
      <dgm:prSet presAssocID="{9611C955-0407-4273-8B71-54FE5BB8C209}" presName="adorn" presStyleLbl="fgAccFollowNode1" presStyleIdx="3" presStyleCnt="4" custFlipVert="1" custScaleX="8462" custScaleY="11902" custLinFactX="-200000" custLinFactY="-10040" custLinFactNeighborX="-294613" custLinFactNeighborY="-100000"/>
      <dgm:spPr>
        <a:noFill/>
        <a:ln>
          <a:noFill/>
        </a:ln>
      </dgm:spPr>
    </dgm:pt>
  </dgm:ptLst>
  <dgm:cxnLst>
    <dgm:cxn modelId="{E8D88389-924C-4A0F-9209-22929ED08205}" type="presOf" srcId="{E03F33DA-ED85-44B0-BDAE-AE610A803653}" destId="{D9B1ED87-FD7D-4D31-A108-9FC363D2E5CF}" srcOrd="0" destOrd="0" presId="urn:microsoft.com/office/officeart/2005/8/layout/bList2"/>
    <dgm:cxn modelId="{4C68E635-78E3-46D3-A84E-03D2859D78C0}" type="presOf" srcId="{22F16F89-B1DD-43E6-BA20-C8D3327C399F}" destId="{061606F0-2E27-4423-AC8D-54F05826BA66}" srcOrd="0" destOrd="0" presId="urn:microsoft.com/office/officeart/2005/8/layout/bList2"/>
    <dgm:cxn modelId="{C117FEC9-E744-484B-9BF1-831F3C1D5FE3}" type="presOf" srcId="{9611C955-0407-4273-8B71-54FE5BB8C209}" destId="{CC7EABE7-0A0E-41A0-B341-081BB67B0423}" srcOrd="1" destOrd="0" presId="urn:microsoft.com/office/officeart/2005/8/layout/bList2"/>
    <dgm:cxn modelId="{A67A7431-0D0A-40DA-93AC-0FEDB7F62314}" type="presOf" srcId="{A386C989-7F0A-47EE-861A-0786D224D008}" destId="{6037E792-A747-4521-B82F-F78B88385035}" srcOrd="0" destOrd="0" presId="urn:microsoft.com/office/officeart/2005/8/layout/bList2"/>
    <dgm:cxn modelId="{67DAFD7E-B604-404C-B9D9-5ACEF694AC7A}" srcId="{1DA3E538-5147-4E40-9066-91E9273D04D8}" destId="{C246E428-FF4C-4E4A-AB58-1B94DF7E4491}" srcOrd="0" destOrd="0" parTransId="{6B2EEECA-6121-4B28-A5B8-ADAA8FFF8ECC}" sibTransId="{861564AC-83FB-453B-9441-0C2C7E7CC494}"/>
    <dgm:cxn modelId="{9F52B84E-8792-4149-93F1-4A64365E443F}" type="presOf" srcId="{0B3A43E7-AD72-44FD-8335-66CB8BF71524}" destId="{CA0F497E-9A82-4889-9510-519C82B58246}" srcOrd="0" destOrd="0" presId="urn:microsoft.com/office/officeart/2005/8/layout/bList2"/>
    <dgm:cxn modelId="{C4A94EF4-4FE9-4E64-8D61-30BC30288D1D}" srcId="{F122463B-D56C-42BC-B4F3-C454E1EE72F4}" destId="{9168B9E1-BDAF-407C-9495-FAC0904EC51B}" srcOrd="0" destOrd="0" parTransId="{0545E9EB-25BB-4A80-9931-3AFD6CB9C43E}" sibTransId="{CC630C80-2AFB-4950-8462-5DBB27E4417F}"/>
    <dgm:cxn modelId="{5BC6ED50-2E2A-4005-97D6-375518FFE509}" type="presOf" srcId="{1DA3E538-5147-4E40-9066-91E9273D04D8}" destId="{04D4FD94-E90C-4425-9979-037FC67095E2}" srcOrd="0" destOrd="0" presId="urn:microsoft.com/office/officeart/2005/8/layout/bList2"/>
    <dgm:cxn modelId="{56F8C9F2-3D1E-4E38-82A6-36E63C20B3C5}" srcId="{E68B6E6B-BF8A-41B3-B5FF-B765496AB351}" destId="{22F16F89-B1DD-43E6-BA20-C8D3327C399F}" srcOrd="0" destOrd="0" parTransId="{76F9289A-7D0E-4A4C-826C-99129CD3D53D}" sibTransId="{FAE21E61-BA9A-43DA-AAF0-9E217A326415}"/>
    <dgm:cxn modelId="{1E6CCDEB-1EDE-41D4-A2F5-86528D69D82A}" srcId="{9611C955-0407-4273-8B71-54FE5BB8C209}" destId="{0B3A43E7-AD72-44FD-8335-66CB8BF71524}" srcOrd="0" destOrd="0" parTransId="{C97EA227-31A8-4F60-AA0C-B8815FAAFE90}" sibTransId="{2DACECC3-449B-45F9-AE36-31CBCDAB5120}"/>
    <dgm:cxn modelId="{5483C454-D88F-4511-8868-2D24F93421F2}" type="presOf" srcId="{9611C955-0407-4273-8B71-54FE5BB8C209}" destId="{8722A8AC-F722-476B-B724-E95F88B40B0E}" srcOrd="0" destOrd="0" presId="urn:microsoft.com/office/officeart/2005/8/layout/bList2"/>
    <dgm:cxn modelId="{EE13F25F-49C8-486D-87EB-D60775A45C33}" type="presOf" srcId="{C246E428-FF4C-4E4A-AB58-1B94DF7E4491}" destId="{333002AB-78F3-4FD6-82FB-F26F494FCB4F}" srcOrd="0" destOrd="0" presId="urn:microsoft.com/office/officeart/2005/8/layout/bList2"/>
    <dgm:cxn modelId="{96BE5B28-6505-4550-B0D5-CC809E38E700}" type="presOf" srcId="{FE287044-0A88-441C-95CF-CA62520618CD}" destId="{B51CCEBA-E65B-4095-844E-9AF1A5EC4E7B}" srcOrd="0" destOrd="0" presId="urn:microsoft.com/office/officeart/2005/8/layout/bList2"/>
    <dgm:cxn modelId="{C516CE74-3A31-4229-AB2E-15F68248BC4A}" srcId="{9168B9E1-BDAF-407C-9495-FAC0904EC51B}" destId="{A386C989-7F0A-47EE-861A-0786D224D008}" srcOrd="0" destOrd="0" parTransId="{93EB69BF-9D64-460D-8F5C-D75D2C94B33C}" sibTransId="{009BDEBE-C603-4729-A56D-23B71795D2C2}"/>
    <dgm:cxn modelId="{F582AD2D-D10B-4334-9C55-747D394D233F}" srcId="{F122463B-D56C-42BC-B4F3-C454E1EE72F4}" destId="{9611C955-0407-4273-8B71-54FE5BB8C209}" srcOrd="3" destOrd="0" parTransId="{969D6839-6FCD-4284-8488-20720887C9A1}" sibTransId="{01C6A4A8-BA08-4E0A-818F-6202AE3100D3}"/>
    <dgm:cxn modelId="{5C95B867-7A9A-40BC-98CC-12D96245AF17}" type="presOf" srcId="{E68B6E6B-BF8A-41B3-B5FF-B765496AB351}" destId="{2B294E64-83C5-487E-92C0-E87DBCF0AAE5}" srcOrd="0" destOrd="0" presId="urn:microsoft.com/office/officeart/2005/8/layout/bList2"/>
    <dgm:cxn modelId="{CC750758-A99B-4C81-B85B-AC82258F3E00}" srcId="{F122463B-D56C-42BC-B4F3-C454E1EE72F4}" destId="{1DA3E538-5147-4E40-9066-91E9273D04D8}" srcOrd="1" destOrd="0" parTransId="{668AD2BC-DB08-443B-9BC4-CE1984C9D67A}" sibTransId="{E03F33DA-ED85-44B0-BDAE-AE610A803653}"/>
    <dgm:cxn modelId="{B8AD8400-5608-40E8-BC16-02D0DABB4079}" type="presOf" srcId="{9168B9E1-BDAF-407C-9495-FAC0904EC51B}" destId="{02D0789D-C9F3-4BCF-8AA5-725B9EAA0DEF}" srcOrd="1" destOrd="0" presId="urn:microsoft.com/office/officeart/2005/8/layout/bList2"/>
    <dgm:cxn modelId="{DAE7F101-7484-4CD1-A03C-C9DA49E3136C}" type="presOf" srcId="{CC630C80-2AFB-4950-8462-5DBB27E4417F}" destId="{A48C40E0-8F19-4DE0-8774-1CA58D962CE0}" srcOrd="0" destOrd="0" presId="urn:microsoft.com/office/officeart/2005/8/layout/bList2"/>
    <dgm:cxn modelId="{3ADA5B6E-9F86-49C4-9012-EF64A16C0EFD}" type="presOf" srcId="{9168B9E1-BDAF-407C-9495-FAC0904EC51B}" destId="{0889B880-CAD5-47C3-96F7-A0F0F83E7F22}" srcOrd="0" destOrd="0" presId="urn:microsoft.com/office/officeart/2005/8/layout/bList2"/>
    <dgm:cxn modelId="{1D68CB00-B766-457B-B1D0-700C51BD43B0}" type="presOf" srcId="{F122463B-D56C-42BC-B4F3-C454E1EE72F4}" destId="{8E9112EF-683D-47D6-866D-D75930BB2F32}" srcOrd="0" destOrd="0" presId="urn:microsoft.com/office/officeart/2005/8/layout/bList2"/>
    <dgm:cxn modelId="{B1976871-5F68-4E24-9F74-DA5D075DE443}" srcId="{F122463B-D56C-42BC-B4F3-C454E1EE72F4}" destId="{E68B6E6B-BF8A-41B3-B5FF-B765496AB351}" srcOrd="2" destOrd="0" parTransId="{901F5CD5-0BEA-4BC0-9F14-28BACF27E784}" sibTransId="{FE287044-0A88-441C-95CF-CA62520618CD}"/>
    <dgm:cxn modelId="{0BE675D8-51EB-4E02-8959-2959EBF52241}" type="presOf" srcId="{E68B6E6B-BF8A-41B3-B5FF-B765496AB351}" destId="{61C45FC2-D844-4432-9397-08A2E2204978}" srcOrd="1" destOrd="0" presId="urn:microsoft.com/office/officeart/2005/8/layout/bList2"/>
    <dgm:cxn modelId="{035709FB-D31B-4CFD-9553-976C2CE27577}" type="presOf" srcId="{1DA3E538-5147-4E40-9066-91E9273D04D8}" destId="{98E2FC07-08DC-4EF9-9ED7-0BB5CF167645}" srcOrd="1" destOrd="0" presId="urn:microsoft.com/office/officeart/2005/8/layout/bList2"/>
    <dgm:cxn modelId="{5F4E2775-5FD9-489E-BFB5-CCB82D9F2E05}" type="presParOf" srcId="{8E9112EF-683D-47D6-866D-D75930BB2F32}" destId="{AB852611-1202-4BD6-90D4-EECFB3BB7DA0}" srcOrd="0" destOrd="0" presId="urn:microsoft.com/office/officeart/2005/8/layout/bList2"/>
    <dgm:cxn modelId="{BE01AAA3-2661-45BB-B2E6-E691177506AD}" type="presParOf" srcId="{AB852611-1202-4BD6-90D4-EECFB3BB7DA0}" destId="{6037E792-A747-4521-B82F-F78B88385035}" srcOrd="0" destOrd="0" presId="urn:microsoft.com/office/officeart/2005/8/layout/bList2"/>
    <dgm:cxn modelId="{5BD47FC2-975B-4C9A-AC52-DDEE30DE00DF}" type="presParOf" srcId="{AB852611-1202-4BD6-90D4-EECFB3BB7DA0}" destId="{0889B880-CAD5-47C3-96F7-A0F0F83E7F22}" srcOrd="1" destOrd="0" presId="urn:microsoft.com/office/officeart/2005/8/layout/bList2"/>
    <dgm:cxn modelId="{E6844295-4F45-465F-AA90-139DE930970F}" type="presParOf" srcId="{AB852611-1202-4BD6-90D4-EECFB3BB7DA0}" destId="{02D0789D-C9F3-4BCF-8AA5-725B9EAA0DEF}" srcOrd="2" destOrd="0" presId="urn:microsoft.com/office/officeart/2005/8/layout/bList2"/>
    <dgm:cxn modelId="{2EF2A2C1-0C72-4C9E-92B9-F3481BE85FDE}" type="presParOf" srcId="{AB852611-1202-4BD6-90D4-EECFB3BB7DA0}" destId="{BA3C8773-1930-4209-9B9A-6BB3C41D71BA}" srcOrd="3" destOrd="0" presId="urn:microsoft.com/office/officeart/2005/8/layout/bList2"/>
    <dgm:cxn modelId="{B4C2B077-3A3F-465B-A368-3BD5FE00D4E8}" type="presParOf" srcId="{8E9112EF-683D-47D6-866D-D75930BB2F32}" destId="{A48C40E0-8F19-4DE0-8774-1CA58D962CE0}" srcOrd="1" destOrd="0" presId="urn:microsoft.com/office/officeart/2005/8/layout/bList2"/>
    <dgm:cxn modelId="{A173309B-40E3-4D91-8941-6629D242A174}" type="presParOf" srcId="{8E9112EF-683D-47D6-866D-D75930BB2F32}" destId="{610EBF49-38F6-4A35-922F-8037B3431BD8}" srcOrd="2" destOrd="0" presId="urn:microsoft.com/office/officeart/2005/8/layout/bList2"/>
    <dgm:cxn modelId="{68036A4E-0D9F-4291-BD39-8F06F51E8551}" type="presParOf" srcId="{610EBF49-38F6-4A35-922F-8037B3431BD8}" destId="{333002AB-78F3-4FD6-82FB-F26F494FCB4F}" srcOrd="0" destOrd="0" presId="urn:microsoft.com/office/officeart/2005/8/layout/bList2"/>
    <dgm:cxn modelId="{390C4FE4-321E-4F0C-9C09-D64D37271C9B}" type="presParOf" srcId="{610EBF49-38F6-4A35-922F-8037B3431BD8}" destId="{04D4FD94-E90C-4425-9979-037FC67095E2}" srcOrd="1" destOrd="0" presId="urn:microsoft.com/office/officeart/2005/8/layout/bList2"/>
    <dgm:cxn modelId="{2E62033E-CF18-4BE0-B569-1295711D14E1}" type="presParOf" srcId="{610EBF49-38F6-4A35-922F-8037B3431BD8}" destId="{98E2FC07-08DC-4EF9-9ED7-0BB5CF167645}" srcOrd="2" destOrd="0" presId="urn:microsoft.com/office/officeart/2005/8/layout/bList2"/>
    <dgm:cxn modelId="{61CC8C9E-ECC5-43CA-ADA6-6562EB9A648E}" type="presParOf" srcId="{610EBF49-38F6-4A35-922F-8037B3431BD8}" destId="{BFB5CE80-FAC0-47EB-A88C-BC4601A13C36}" srcOrd="3" destOrd="0" presId="urn:microsoft.com/office/officeart/2005/8/layout/bList2"/>
    <dgm:cxn modelId="{6099F287-3EF5-48C9-B8AC-C748179626AA}" type="presParOf" srcId="{8E9112EF-683D-47D6-866D-D75930BB2F32}" destId="{D9B1ED87-FD7D-4D31-A108-9FC363D2E5CF}" srcOrd="3" destOrd="0" presId="urn:microsoft.com/office/officeart/2005/8/layout/bList2"/>
    <dgm:cxn modelId="{770FCD38-9EFF-42D7-B282-D31334D47359}" type="presParOf" srcId="{8E9112EF-683D-47D6-866D-D75930BB2F32}" destId="{3342A464-ACB0-4EFA-838A-6C7D6011CE63}" srcOrd="4" destOrd="0" presId="urn:microsoft.com/office/officeart/2005/8/layout/bList2"/>
    <dgm:cxn modelId="{B71D14B4-EB22-4FCF-BD24-C91DD012187D}" type="presParOf" srcId="{3342A464-ACB0-4EFA-838A-6C7D6011CE63}" destId="{061606F0-2E27-4423-AC8D-54F05826BA66}" srcOrd="0" destOrd="0" presId="urn:microsoft.com/office/officeart/2005/8/layout/bList2"/>
    <dgm:cxn modelId="{D0856DC7-5A47-43B3-8B51-F86A5DF605C0}" type="presParOf" srcId="{3342A464-ACB0-4EFA-838A-6C7D6011CE63}" destId="{2B294E64-83C5-487E-92C0-E87DBCF0AAE5}" srcOrd="1" destOrd="0" presId="urn:microsoft.com/office/officeart/2005/8/layout/bList2"/>
    <dgm:cxn modelId="{E52079C7-7F56-496C-A01C-19A004BFC6A4}" type="presParOf" srcId="{3342A464-ACB0-4EFA-838A-6C7D6011CE63}" destId="{61C45FC2-D844-4432-9397-08A2E2204978}" srcOrd="2" destOrd="0" presId="urn:microsoft.com/office/officeart/2005/8/layout/bList2"/>
    <dgm:cxn modelId="{9133A5D8-5710-4EBE-B208-20BE1DFA029D}" type="presParOf" srcId="{3342A464-ACB0-4EFA-838A-6C7D6011CE63}" destId="{5D4F8CFF-9DA9-492F-8DB7-F9D293CB56C2}" srcOrd="3" destOrd="0" presId="urn:microsoft.com/office/officeart/2005/8/layout/bList2"/>
    <dgm:cxn modelId="{12CE2B57-9993-4DCC-BEB5-7AC3B8EAE62E}" type="presParOf" srcId="{8E9112EF-683D-47D6-866D-D75930BB2F32}" destId="{B51CCEBA-E65B-4095-844E-9AF1A5EC4E7B}" srcOrd="5" destOrd="0" presId="urn:microsoft.com/office/officeart/2005/8/layout/bList2"/>
    <dgm:cxn modelId="{CCD5F71D-BD3B-42CC-98C8-42D916EC139F}" type="presParOf" srcId="{8E9112EF-683D-47D6-866D-D75930BB2F32}" destId="{5C67E22D-D90F-4CDB-8663-AFA660317B16}" srcOrd="6" destOrd="0" presId="urn:microsoft.com/office/officeart/2005/8/layout/bList2"/>
    <dgm:cxn modelId="{0C1C7F06-CDBB-497A-B8BA-67D7FD92BCEB}" type="presParOf" srcId="{5C67E22D-D90F-4CDB-8663-AFA660317B16}" destId="{CA0F497E-9A82-4889-9510-519C82B58246}" srcOrd="0" destOrd="0" presId="urn:microsoft.com/office/officeart/2005/8/layout/bList2"/>
    <dgm:cxn modelId="{3C923C89-225D-4274-93F7-F3D819637A3F}" type="presParOf" srcId="{5C67E22D-D90F-4CDB-8663-AFA660317B16}" destId="{8722A8AC-F722-476B-B724-E95F88B40B0E}" srcOrd="1" destOrd="0" presId="urn:microsoft.com/office/officeart/2005/8/layout/bList2"/>
    <dgm:cxn modelId="{62F5174F-9EF7-4023-85D4-62265DE20CB2}" type="presParOf" srcId="{5C67E22D-D90F-4CDB-8663-AFA660317B16}" destId="{CC7EABE7-0A0E-41A0-B341-081BB67B0423}" srcOrd="2" destOrd="0" presId="urn:microsoft.com/office/officeart/2005/8/layout/bList2"/>
    <dgm:cxn modelId="{24FBE07E-8BA8-4881-86CF-E8457C032105}" type="presParOf" srcId="{5C67E22D-D90F-4CDB-8663-AFA660317B16}" destId="{776DEEDF-E37D-4659-A0CC-C96104FB5B7B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00D4CA-8012-4090-A372-688901B652CF}" type="doc">
      <dgm:prSet loTypeId="urn:microsoft.com/office/officeart/2005/8/layout/process1" loCatId="process" qsTypeId="urn:microsoft.com/office/officeart/2005/8/quickstyle/3d3" qsCatId="3D" csTypeId="urn:microsoft.com/office/officeart/2005/8/colors/accent0_3" csCatId="mainScheme" phldr="1"/>
      <dgm:spPr/>
    </dgm:pt>
    <dgm:pt modelId="{445DF002-78F3-4A94-B9CD-0AF53D59B61C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  <a:headEnd type="none" w="med" len="med"/>
          <a:tailEnd type="none" w="med" len="med"/>
        </a:ln>
      </dgm:spPr>
      <dgm:t>
        <a:bodyPr/>
        <a:lstStyle/>
        <a:p>
          <a:r>
            <a:rPr lang="en-US" dirty="0" smtClean="0"/>
            <a:t>main</a:t>
          </a:r>
          <a:endParaRPr lang="en-US" dirty="0"/>
        </a:p>
      </dgm:t>
    </dgm:pt>
    <dgm:pt modelId="{D37F9809-2911-47B7-B4E5-9C24C0CFC35A}" type="parTrans" cxnId="{63278AF8-EEBA-458F-99D4-E75907912D54}">
      <dgm:prSet/>
      <dgm:spPr/>
      <dgm:t>
        <a:bodyPr/>
        <a:lstStyle/>
        <a:p>
          <a:endParaRPr lang="en-US"/>
        </a:p>
      </dgm:t>
    </dgm:pt>
    <dgm:pt modelId="{FC62CFF9-B07B-4BFE-B96E-05B59DE7C1BB}" type="sibTrans" cxnId="{63278AF8-EEBA-458F-99D4-E75907912D54}">
      <dgm:prSet/>
      <dgm:spPr/>
      <dgm:t>
        <a:bodyPr/>
        <a:lstStyle/>
        <a:p>
          <a:endParaRPr lang="en-US"/>
        </a:p>
      </dgm:t>
    </dgm:pt>
    <dgm:pt modelId="{849AD1D8-D962-4BFE-B797-DF3CE955DEDB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ar-EG" dirty="0" smtClean="0"/>
            <a:t>رئيسي</a:t>
          </a:r>
        </a:p>
      </dgm:t>
    </dgm:pt>
    <dgm:pt modelId="{3E8F6372-82CE-4EC5-8DD9-A60CB08C1E5E}" type="parTrans" cxnId="{045AAACE-8D5C-46AC-A9FB-95A3562206B6}">
      <dgm:prSet/>
      <dgm:spPr/>
      <dgm:t>
        <a:bodyPr/>
        <a:lstStyle/>
        <a:p>
          <a:endParaRPr lang="en-US"/>
        </a:p>
      </dgm:t>
    </dgm:pt>
    <dgm:pt modelId="{8EE5E265-C342-4191-8B1C-E38576576A13}" type="sibTrans" cxnId="{045AAACE-8D5C-46AC-A9FB-95A3562206B6}">
      <dgm:prSet/>
      <dgm:spPr/>
      <dgm:t>
        <a:bodyPr/>
        <a:lstStyle/>
        <a:p>
          <a:endParaRPr lang="en-US"/>
        </a:p>
      </dgm:t>
    </dgm:pt>
    <dgm:pt modelId="{517E5C41-2B90-4C83-89C9-BFE0301C7FF4}" type="pres">
      <dgm:prSet presAssocID="{7400D4CA-8012-4090-A372-688901B652CF}" presName="Name0" presStyleCnt="0">
        <dgm:presLayoutVars>
          <dgm:dir/>
          <dgm:resizeHandles val="exact"/>
        </dgm:presLayoutVars>
      </dgm:prSet>
      <dgm:spPr/>
    </dgm:pt>
    <dgm:pt modelId="{54757CA0-74AC-4B05-9509-262743F7D4E5}" type="pres">
      <dgm:prSet presAssocID="{445DF002-78F3-4A94-B9CD-0AF53D59B61C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300A8F-DEBA-417D-A046-993EB276073D}" type="pres">
      <dgm:prSet presAssocID="{FC62CFF9-B07B-4BFE-B96E-05B59DE7C1BB}" presName="sibTrans" presStyleLbl="sibTrans2D1" presStyleIdx="0" presStyleCnt="1"/>
      <dgm:spPr/>
      <dgm:t>
        <a:bodyPr/>
        <a:lstStyle/>
        <a:p>
          <a:endParaRPr lang="en-US"/>
        </a:p>
      </dgm:t>
    </dgm:pt>
    <dgm:pt modelId="{E18B30B3-2A85-42CD-984E-FC4E4BA85442}" type="pres">
      <dgm:prSet presAssocID="{FC62CFF9-B07B-4BFE-B96E-05B59DE7C1BB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1A03DA9C-407A-4C87-B59B-A5A458F9D2A5}" type="pres">
      <dgm:prSet presAssocID="{849AD1D8-D962-4BFE-B797-DF3CE955DED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DE97B9-8999-48DC-B680-FB86B7FFD39A}" type="presOf" srcId="{7400D4CA-8012-4090-A372-688901B652CF}" destId="{517E5C41-2B90-4C83-89C9-BFE0301C7FF4}" srcOrd="0" destOrd="0" presId="urn:microsoft.com/office/officeart/2005/8/layout/process1"/>
    <dgm:cxn modelId="{A5B2CDEA-F0C5-4615-BEF2-9F6B58D811A6}" type="presOf" srcId="{445DF002-78F3-4A94-B9CD-0AF53D59B61C}" destId="{54757CA0-74AC-4B05-9509-262743F7D4E5}" srcOrd="0" destOrd="0" presId="urn:microsoft.com/office/officeart/2005/8/layout/process1"/>
    <dgm:cxn modelId="{AE7611E5-9E69-4AA4-BA36-F86526BFBA03}" type="presOf" srcId="{849AD1D8-D962-4BFE-B797-DF3CE955DEDB}" destId="{1A03DA9C-407A-4C87-B59B-A5A458F9D2A5}" srcOrd="0" destOrd="0" presId="urn:microsoft.com/office/officeart/2005/8/layout/process1"/>
    <dgm:cxn modelId="{0977C94C-DDB0-4999-85F2-875B81A85DC6}" type="presOf" srcId="{FC62CFF9-B07B-4BFE-B96E-05B59DE7C1BB}" destId="{E18B30B3-2A85-42CD-984E-FC4E4BA85442}" srcOrd="1" destOrd="0" presId="urn:microsoft.com/office/officeart/2005/8/layout/process1"/>
    <dgm:cxn modelId="{63278AF8-EEBA-458F-99D4-E75907912D54}" srcId="{7400D4CA-8012-4090-A372-688901B652CF}" destId="{445DF002-78F3-4A94-B9CD-0AF53D59B61C}" srcOrd="0" destOrd="0" parTransId="{D37F9809-2911-47B7-B4E5-9C24C0CFC35A}" sibTransId="{FC62CFF9-B07B-4BFE-B96E-05B59DE7C1BB}"/>
    <dgm:cxn modelId="{619AC0DA-1C42-4DCD-92FA-4C147E27BDCD}" type="presOf" srcId="{FC62CFF9-B07B-4BFE-B96E-05B59DE7C1BB}" destId="{A5300A8F-DEBA-417D-A046-993EB276073D}" srcOrd="0" destOrd="0" presId="urn:microsoft.com/office/officeart/2005/8/layout/process1"/>
    <dgm:cxn modelId="{045AAACE-8D5C-46AC-A9FB-95A3562206B6}" srcId="{7400D4CA-8012-4090-A372-688901B652CF}" destId="{849AD1D8-D962-4BFE-B797-DF3CE955DEDB}" srcOrd="1" destOrd="0" parTransId="{3E8F6372-82CE-4EC5-8DD9-A60CB08C1E5E}" sibTransId="{8EE5E265-C342-4191-8B1C-E38576576A13}"/>
    <dgm:cxn modelId="{474C8E71-83F2-4523-87C2-E0BF65B38A39}" type="presParOf" srcId="{517E5C41-2B90-4C83-89C9-BFE0301C7FF4}" destId="{54757CA0-74AC-4B05-9509-262743F7D4E5}" srcOrd="0" destOrd="0" presId="urn:microsoft.com/office/officeart/2005/8/layout/process1"/>
    <dgm:cxn modelId="{E5AA7B36-4692-4408-A63B-35213828118D}" type="presParOf" srcId="{517E5C41-2B90-4C83-89C9-BFE0301C7FF4}" destId="{A5300A8F-DEBA-417D-A046-993EB276073D}" srcOrd="1" destOrd="0" presId="urn:microsoft.com/office/officeart/2005/8/layout/process1"/>
    <dgm:cxn modelId="{EF4FA77C-073B-4B6E-80AF-4FB9A278AAE4}" type="presParOf" srcId="{A5300A8F-DEBA-417D-A046-993EB276073D}" destId="{E18B30B3-2A85-42CD-984E-FC4E4BA85442}" srcOrd="0" destOrd="0" presId="urn:microsoft.com/office/officeart/2005/8/layout/process1"/>
    <dgm:cxn modelId="{8EB0B4D4-D041-4AAC-AF83-73AFE5C618DB}" type="presParOf" srcId="{517E5C41-2B90-4C83-89C9-BFE0301C7FF4}" destId="{1A03DA9C-407A-4C87-B59B-A5A458F9D2A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00D4CA-8012-4090-A372-688901B652CF}" type="doc">
      <dgm:prSet loTypeId="urn:microsoft.com/office/officeart/2005/8/layout/process1" loCatId="process" qsTypeId="urn:microsoft.com/office/officeart/2005/8/quickstyle/3d3" qsCatId="3D" csTypeId="urn:microsoft.com/office/officeart/2005/8/colors/accent0_3" csCatId="mainScheme" phldr="1"/>
      <dgm:spPr/>
    </dgm:pt>
    <dgm:pt modelId="{445DF002-78F3-4A94-B9CD-0AF53D59B61C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 smtClean="0"/>
            <a:t>print</a:t>
          </a:r>
          <a:endParaRPr lang="en-US" dirty="0"/>
        </a:p>
      </dgm:t>
    </dgm:pt>
    <dgm:pt modelId="{D37F9809-2911-47B7-B4E5-9C24C0CFC35A}" type="parTrans" cxnId="{63278AF8-EEBA-458F-99D4-E75907912D54}">
      <dgm:prSet/>
      <dgm:spPr/>
      <dgm:t>
        <a:bodyPr/>
        <a:lstStyle/>
        <a:p>
          <a:endParaRPr lang="en-US"/>
        </a:p>
      </dgm:t>
    </dgm:pt>
    <dgm:pt modelId="{FC62CFF9-B07B-4BFE-B96E-05B59DE7C1BB}" type="sibTrans" cxnId="{63278AF8-EEBA-458F-99D4-E75907912D54}">
      <dgm:prSet/>
      <dgm:spPr/>
      <dgm:t>
        <a:bodyPr/>
        <a:lstStyle/>
        <a:p>
          <a:endParaRPr lang="en-US"/>
        </a:p>
      </dgm:t>
    </dgm:pt>
    <dgm:pt modelId="{849AD1D8-D962-4BFE-B797-DF3CE955DEDB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ar-EG" dirty="0" smtClean="0"/>
            <a:t>اطبع</a:t>
          </a:r>
        </a:p>
      </dgm:t>
    </dgm:pt>
    <dgm:pt modelId="{3E8F6372-82CE-4EC5-8DD9-A60CB08C1E5E}" type="parTrans" cxnId="{045AAACE-8D5C-46AC-A9FB-95A3562206B6}">
      <dgm:prSet/>
      <dgm:spPr/>
      <dgm:t>
        <a:bodyPr/>
        <a:lstStyle/>
        <a:p>
          <a:endParaRPr lang="en-US"/>
        </a:p>
      </dgm:t>
    </dgm:pt>
    <dgm:pt modelId="{8EE5E265-C342-4191-8B1C-E38576576A13}" type="sibTrans" cxnId="{045AAACE-8D5C-46AC-A9FB-95A3562206B6}">
      <dgm:prSet/>
      <dgm:spPr/>
      <dgm:t>
        <a:bodyPr/>
        <a:lstStyle/>
        <a:p>
          <a:endParaRPr lang="en-US"/>
        </a:p>
      </dgm:t>
    </dgm:pt>
    <dgm:pt modelId="{517E5C41-2B90-4C83-89C9-BFE0301C7FF4}" type="pres">
      <dgm:prSet presAssocID="{7400D4CA-8012-4090-A372-688901B652CF}" presName="Name0" presStyleCnt="0">
        <dgm:presLayoutVars>
          <dgm:dir/>
          <dgm:resizeHandles val="exact"/>
        </dgm:presLayoutVars>
      </dgm:prSet>
      <dgm:spPr/>
    </dgm:pt>
    <dgm:pt modelId="{54757CA0-74AC-4B05-9509-262743F7D4E5}" type="pres">
      <dgm:prSet presAssocID="{445DF002-78F3-4A94-B9CD-0AF53D59B61C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300A8F-DEBA-417D-A046-993EB276073D}" type="pres">
      <dgm:prSet presAssocID="{FC62CFF9-B07B-4BFE-B96E-05B59DE7C1BB}" presName="sibTrans" presStyleLbl="sibTrans2D1" presStyleIdx="0" presStyleCnt="1"/>
      <dgm:spPr/>
      <dgm:t>
        <a:bodyPr/>
        <a:lstStyle/>
        <a:p>
          <a:endParaRPr lang="en-US"/>
        </a:p>
      </dgm:t>
    </dgm:pt>
    <dgm:pt modelId="{E18B30B3-2A85-42CD-984E-FC4E4BA85442}" type="pres">
      <dgm:prSet presAssocID="{FC62CFF9-B07B-4BFE-B96E-05B59DE7C1BB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1A03DA9C-407A-4C87-B59B-A5A458F9D2A5}" type="pres">
      <dgm:prSet presAssocID="{849AD1D8-D962-4BFE-B797-DF3CE955DED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DE97B9-8999-48DC-B680-FB86B7FFD39A}" type="presOf" srcId="{7400D4CA-8012-4090-A372-688901B652CF}" destId="{517E5C41-2B90-4C83-89C9-BFE0301C7FF4}" srcOrd="0" destOrd="0" presId="urn:microsoft.com/office/officeart/2005/8/layout/process1"/>
    <dgm:cxn modelId="{A5B2CDEA-F0C5-4615-BEF2-9F6B58D811A6}" type="presOf" srcId="{445DF002-78F3-4A94-B9CD-0AF53D59B61C}" destId="{54757CA0-74AC-4B05-9509-262743F7D4E5}" srcOrd="0" destOrd="0" presId="urn:microsoft.com/office/officeart/2005/8/layout/process1"/>
    <dgm:cxn modelId="{AE7611E5-9E69-4AA4-BA36-F86526BFBA03}" type="presOf" srcId="{849AD1D8-D962-4BFE-B797-DF3CE955DEDB}" destId="{1A03DA9C-407A-4C87-B59B-A5A458F9D2A5}" srcOrd="0" destOrd="0" presId="urn:microsoft.com/office/officeart/2005/8/layout/process1"/>
    <dgm:cxn modelId="{0977C94C-DDB0-4999-85F2-875B81A85DC6}" type="presOf" srcId="{FC62CFF9-B07B-4BFE-B96E-05B59DE7C1BB}" destId="{E18B30B3-2A85-42CD-984E-FC4E4BA85442}" srcOrd="1" destOrd="0" presId="urn:microsoft.com/office/officeart/2005/8/layout/process1"/>
    <dgm:cxn modelId="{63278AF8-EEBA-458F-99D4-E75907912D54}" srcId="{7400D4CA-8012-4090-A372-688901B652CF}" destId="{445DF002-78F3-4A94-B9CD-0AF53D59B61C}" srcOrd="0" destOrd="0" parTransId="{D37F9809-2911-47B7-B4E5-9C24C0CFC35A}" sibTransId="{FC62CFF9-B07B-4BFE-B96E-05B59DE7C1BB}"/>
    <dgm:cxn modelId="{619AC0DA-1C42-4DCD-92FA-4C147E27BDCD}" type="presOf" srcId="{FC62CFF9-B07B-4BFE-B96E-05B59DE7C1BB}" destId="{A5300A8F-DEBA-417D-A046-993EB276073D}" srcOrd="0" destOrd="0" presId="urn:microsoft.com/office/officeart/2005/8/layout/process1"/>
    <dgm:cxn modelId="{045AAACE-8D5C-46AC-A9FB-95A3562206B6}" srcId="{7400D4CA-8012-4090-A372-688901B652CF}" destId="{849AD1D8-D962-4BFE-B797-DF3CE955DEDB}" srcOrd="1" destOrd="0" parTransId="{3E8F6372-82CE-4EC5-8DD9-A60CB08C1E5E}" sibTransId="{8EE5E265-C342-4191-8B1C-E38576576A13}"/>
    <dgm:cxn modelId="{474C8E71-83F2-4523-87C2-E0BF65B38A39}" type="presParOf" srcId="{517E5C41-2B90-4C83-89C9-BFE0301C7FF4}" destId="{54757CA0-74AC-4B05-9509-262743F7D4E5}" srcOrd="0" destOrd="0" presId="urn:microsoft.com/office/officeart/2005/8/layout/process1"/>
    <dgm:cxn modelId="{E5AA7B36-4692-4408-A63B-35213828118D}" type="presParOf" srcId="{517E5C41-2B90-4C83-89C9-BFE0301C7FF4}" destId="{A5300A8F-DEBA-417D-A046-993EB276073D}" srcOrd="1" destOrd="0" presId="urn:microsoft.com/office/officeart/2005/8/layout/process1"/>
    <dgm:cxn modelId="{EF4FA77C-073B-4B6E-80AF-4FB9A278AAE4}" type="presParOf" srcId="{A5300A8F-DEBA-417D-A046-993EB276073D}" destId="{E18B30B3-2A85-42CD-984E-FC4E4BA85442}" srcOrd="0" destOrd="0" presId="urn:microsoft.com/office/officeart/2005/8/layout/process1"/>
    <dgm:cxn modelId="{8EB0B4D4-D041-4AAC-AF83-73AFE5C618DB}" type="presParOf" srcId="{517E5C41-2B90-4C83-89C9-BFE0301C7FF4}" destId="{1A03DA9C-407A-4C87-B59B-A5A458F9D2A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00D4CA-8012-4090-A372-688901B652CF}" type="doc">
      <dgm:prSet loTypeId="urn:microsoft.com/office/officeart/2005/8/layout/process1" loCatId="process" qsTypeId="urn:microsoft.com/office/officeart/2005/8/quickstyle/3d3" qsCatId="3D" csTypeId="urn:microsoft.com/office/officeart/2005/8/colors/accent0_3" csCatId="mainScheme" phldr="1"/>
      <dgm:spPr/>
    </dgm:pt>
    <dgm:pt modelId="{445DF002-78F3-4A94-B9CD-0AF53D59B61C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 smtClean="0"/>
            <a:t>if</a:t>
          </a:r>
          <a:endParaRPr lang="en-US" dirty="0"/>
        </a:p>
      </dgm:t>
    </dgm:pt>
    <dgm:pt modelId="{D37F9809-2911-47B7-B4E5-9C24C0CFC35A}" type="parTrans" cxnId="{63278AF8-EEBA-458F-99D4-E75907912D54}">
      <dgm:prSet/>
      <dgm:spPr/>
      <dgm:t>
        <a:bodyPr/>
        <a:lstStyle/>
        <a:p>
          <a:endParaRPr lang="en-US"/>
        </a:p>
      </dgm:t>
    </dgm:pt>
    <dgm:pt modelId="{FC62CFF9-B07B-4BFE-B96E-05B59DE7C1BB}" type="sibTrans" cxnId="{63278AF8-EEBA-458F-99D4-E75907912D54}">
      <dgm:prSet/>
      <dgm:spPr/>
      <dgm:t>
        <a:bodyPr/>
        <a:lstStyle/>
        <a:p>
          <a:endParaRPr lang="en-US"/>
        </a:p>
      </dgm:t>
    </dgm:pt>
    <dgm:pt modelId="{849AD1D8-D962-4BFE-B797-DF3CE955DEDB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ar-EG" dirty="0" smtClean="0"/>
            <a:t>اذا</a:t>
          </a:r>
        </a:p>
      </dgm:t>
    </dgm:pt>
    <dgm:pt modelId="{3E8F6372-82CE-4EC5-8DD9-A60CB08C1E5E}" type="parTrans" cxnId="{045AAACE-8D5C-46AC-A9FB-95A3562206B6}">
      <dgm:prSet/>
      <dgm:spPr/>
      <dgm:t>
        <a:bodyPr/>
        <a:lstStyle/>
        <a:p>
          <a:endParaRPr lang="en-US"/>
        </a:p>
      </dgm:t>
    </dgm:pt>
    <dgm:pt modelId="{8EE5E265-C342-4191-8B1C-E38576576A13}" type="sibTrans" cxnId="{045AAACE-8D5C-46AC-A9FB-95A3562206B6}">
      <dgm:prSet/>
      <dgm:spPr/>
      <dgm:t>
        <a:bodyPr/>
        <a:lstStyle/>
        <a:p>
          <a:endParaRPr lang="en-US"/>
        </a:p>
      </dgm:t>
    </dgm:pt>
    <dgm:pt modelId="{517E5C41-2B90-4C83-89C9-BFE0301C7FF4}" type="pres">
      <dgm:prSet presAssocID="{7400D4CA-8012-4090-A372-688901B652CF}" presName="Name0" presStyleCnt="0">
        <dgm:presLayoutVars>
          <dgm:dir/>
          <dgm:resizeHandles val="exact"/>
        </dgm:presLayoutVars>
      </dgm:prSet>
      <dgm:spPr/>
    </dgm:pt>
    <dgm:pt modelId="{54757CA0-74AC-4B05-9509-262743F7D4E5}" type="pres">
      <dgm:prSet presAssocID="{445DF002-78F3-4A94-B9CD-0AF53D59B61C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300A8F-DEBA-417D-A046-993EB276073D}" type="pres">
      <dgm:prSet presAssocID="{FC62CFF9-B07B-4BFE-B96E-05B59DE7C1BB}" presName="sibTrans" presStyleLbl="sibTrans2D1" presStyleIdx="0" presStyleCnt="1"/>
      <dgm:spPr/>
      <dgm:t>
        <a:bodyPr/>
        <a:lstStyle/>
        <a:p>
          <a:endParaRPr lang="en-US"/>
        </a:p>
      </dgm:t>
    </dgm:pt>
    <dgm:pt modelId="{E18B30B3-2A85-42CD-984E-FC4E4BA85442}" type="pres">
      <dgm:prSet presAssocID="{FC62CFF9-B07B-4BFE-B96E-05B59DE7C1BB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1A03DA9C-407A-4C87-B59B-A5A458F9D2A5}" type="pres">
      <dgm:prSet presAssocID="{849AD1D8-D962-4BFE-B797-DF3CE955DED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DE97B9-8999-48DC-B680-FB86B7FFD39A}" type="presOf" srcId="{7400D4CA-8012-4090-A372-688901B652CF}" destId="{517E5C41-2B90-4C83-89C9-BFE0301C7FF4}" srcOrd="0" destOrd="0" presId="urn:microsoft.com/office/officeart/2005/8/layout/process1"/>
    <dgm:cxn modelId="{A5B2CDEA-F0C5-4615-BEF2-9F6B58D811A6}" type="presOf" srcId="{445DF002-78F3-4A94-B9CD-0AF53D59B61C}" destId="{54757CA0-74AC-4B05-9509-262743F7D4E5}" srcOrd="0" destOrd="0" presId="urn:microsoft.com/office/officeart/2005/8/layout/process1"/>
    <dgm:cxn modelId="{AE7611E5-9E69-4AA4-BA36-F86526BFBA03}" type="presOf" srcId="{849AD1D8-D962-4BFE-B797-DF3CE955DEDB}" destId="{1A03DA9C-407A-4C87-B59B-A5A458F9D2A5}" srcOrd="0" destOrd="0" presId="urn:microsoft.com/office/officeart/2005/8/layout/process1"/>
    <dgm:cxn modelId="{0977C94C-DDB0-4999-85F2-875B81A85DC6}" type="presOf" srcId="{FC62CFF9-B07B-4BFE-B96E-05B59DE7C1BB}" destId="{E18B30B3-2A85-42CD-984E-FC4E4BA85442}" srcOrd="1" destOrd="0" presId="urn:microsoft.com/office/officeart/2005/8/layout/process1"/>
    <dgm:cxn modelId="{63278AF8-EEBA-458F-99D4-E75907912D54}" srcId="{7400D4CA-8012-4090-A372-688901B652CF}" destId="{445DF002-78F3-4A94-B9CD-0AF53D59B61C}" srcOrd="0" destOrd="0" parTransId="{D37F9809-2911-47B7-B4E5-9C24C0CFC35A}" sibTransId="{FC62CFF9-B07B-4BFE-B96E-05B59DE7C1BB}"/>
    <dgm:cxn modelId="{619AC0DA-1C42-4DCD-92FA-4C147E27BDCD}" type="presOf" srcId="{FC62CFF9-B07B-4BFE-B96E-05B59DE7C1BB}" destId="{A5300A8F-DEBA-417D-A046-993EB276073D}" srcOrd="0" destOrd="0" presId="urn:microsoft.com/office/officeart/2005/8/layout/process1"/>
    <dgm:cxn modelId="{045AAACE-8D5C-46AC-A9FB-95A3562206B6}" srcId="{7400D4CA-8012-4090-A372-688901B652CF}" destId="{849AD1D8-D962-4BFE-B797-DF3CE955DEDB}" srcOrd="1" destOrd="0" parTransId="{3E8F6372-82CE-4EC5-8DD9-A60CB08C1E5E}" sibTransId="{8EE5E265-C342-4191-8B1C-E38576576A13}"/>
    <dgm:cxn modelId="{474C8E71-83F2-4523-87C2-E0BF65B38A39}" type="presParOf" srcId="{517E5C41-2B90-4C83-89C9-BFE0301C7FF4}" destId="{54757CA0-74AC-4B05-9509-262743F7D4E5}" srcOrd="0" destOrd="0" presId="urn:microsoft.com/office/officeart/2005/8/layout/process1"/>
    <dgm:cxn modelId="{E5AA7B36-4692-4408-A63B-35213828118D}" type="presParOf" srcId="{517E5C41-2B90-4C83-89C9-BFE0301C7FF4}" destId="{A5300A8F-DEBA-417D-A046-993EB276073D}" srcOrd="1" destOrd="0" presId="urn:microsoft.com/office/officeart/2005/8/layout/process1"/>
    <dgm:cxn modelId="{EF4FA77C-073B-4B6E-80AF-4FB9A278AAE4}" type="presParOf" srcId="{A5300A8F-DEBA-417D-A046-993EB276073D}" destId="{E18B30B3-2A85-42CD-984E-FC4E4BA85442}" srcOrd="0" destOrd="0" presId="urn:microsoft.com/office/officeart/2005/8/layout/process1"/>
    <dgm:cxn modelId="{8EB0B4D4-D041-4AAC-AF83-73AFE5C618DB}" type="presParOf" srcId="{517E5C41-2B90-4C83-89C9-BFE0301C7FF4}" destId="{1A03DA9C-407A-4C87-B59B-A5A458F9D2A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400D4CA-8012-4090-A372-688901B652CF}" type="doc">
      <dgm:prSet loTypeId="urn:microsoft.com/office/officeart/2005/8/layout/process1" loCatId="process" qsTypeId="urn:microsoft.com/office/officeart/2005/8/quickstyle/3d3" qsCatId="3D" csTypeId="urn:microsoft.com/office/officeart/2005/8/colors/accent0_3" csCatId="mainScheme" phldr="1"/>
      <dgm:spPr/>
    </dgm:pt>
    <dgm:pt modelId="{445DF002-78F3-4A94-B9CD-0AF53D59B61C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 smtClean="0"/>
            <a:t>return</a:t>
          </a:r>
          <a:endParaRPr lang="en-US" dirty="0"/>
        </a:p>
      </dgm:t>
    </dgm:pt>
    <dgm:pt modelId="{D37F9809-2911-47B7-B4E5-9C24C0CFC35A}" type="parTrans" cxnId="{63278AF8-EEBA-458F-99D4-E75907912D54}">
      <dgm:prSet/>
      <dgm:spPr/>
      <dgm:t>
        <a:bodyPr/>
        <a:lstStyle/>
        <a:p>
          <a:endParaRPr lang="en-US"/>
        </a:p>
      </dgm:t>
    </dgm:pt>
    <dgm:pt modelId="{FC62CFF9-B07B-4BFE-B96E-05B59DE7C1BB}" type="sibTrans" cxnId="{63278AF8-EEBA-458F-99D4-E75907912D54}">
      <dgm:prSet/>
      <dgm:spPr/>
      <dgm:t>
        <a:bodyPr/>
        <a:lstStyle/>
        <a:p>
          <a:endParaRPr lang="en-US"/>
        </a:p>
      </dgm:t>
    </dgm:pt>
    <dgm:pt modelId="{849AD1D8-D962-4BFE-B797-DF3CE955DEDB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ar-EG" dirty="0" smtClean="0"/>
            <a:t>قف</a:t>
          </a:r>
        </a:p>
      </dgm:t>
    </dgm:pt>
    <dgm:pt modelId="{3E8F6372-82CE-4EC5-8DD9-A60CB08C1E5E}" type="parTrans" cxnId="{045AAACE-8D5C-46AC-A9FB-95A3562206B6}">
      <dgm:prSet/>
      <dgm:spPr/>
      <dgm:t>
        <a:bodyPr/>
        <a:lstStyle/>
        <a:p>
          <a:endParaRPr lang="en-US"/>
        </a:p>
      </dgm:t>
    </dgm:pt>
    <dgm:pt modelId="{8EE5E265-C342-4191-8B1C-E38576576A13}" type="sibTrans" cxnId="{045AAACE-8D5C-46AC-A9FB-95A3562206B6}">
      <dgm:prSet/>
      <dgm:spPr/>
      <dgm:t>
        <a:bodyPr/>
        <a:lstStyle/>
        <a:p>
          <a:endParaRPr lang="en-US"/>
        </a:p>
      </dgm:t>
    </dgm:pt>
    <dgm:pt modelId="{517E5C41-2B90-4C83-89C9-BFE0301C7FF4}" type="pres">
      <dgm:prSet presAssocID="{7400D4CA-8012-4090-A372-688901B652CF}" presName="Name0" presStyleCnt="0">
        <dgm:presLayoutVars>
          <dgm:dir/>
          <dgm:resizeHandles val="exact"/>
        </dgm:presLayoutVars>
      </dgm:prSet>
      <dgm:spPr/>
    </dgm:pt>
    <dgm:pt modelId="{54757CA0-74AC-4B05-9509-262743F7D4E5}" type="pres">
      <dgm:prSet presAssocID="{445DF002-78F3-4A94-B9CD-0AF53D59B61C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300A8F-DEBA-417D-A046-993EB276073D}" type="pres">
      <dgm:prSet presAssocID="{FC62CFF9-B07B-4BFE-B96E-05B59DE7C1BB}" presName="sibTrans" presStyleLbl="sibTrans2D1" presStyleIdx="0" presStyleCnt="1"/>
      <dgm:spPr/>
      <dgm:t>
        <a:bodyPr/>
        <a:lstStyle/>
        <a:p>
          <a:endParaRPr lang="en-US"/>
        </a:p>
      </dgm:t>
    </dgm:pt>
    <dgm:pt modelId="{E18B30B3-2A85-42CD-984E-FC4E4BA85442}" type="pres">
      <dgm:prSet presAssocID="{FC62CFF9-B07B-4BFE-B96E-05B59DE7C1BB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1A03DA9C-407A-4C87-B59B-A5A458F9D2A5}" type="pres">
      <dgm:prSet presAssocID="{849AD1D8-D962-4BFE-B797-DF3CE955DED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DE97B9-8999-48DC-B680-FB86B7FFD39A}" type="presOf" srcId="{7400D4CA-8012-4090-A372-688901B652CF}" destId="{517E5C41-2B90-4C83-89C9-BFE0301C7FF4}" srcOrd="0" destOrd="0" presId="urn:microsoft.com/office/officeart/2005/8/layout/process1"/>
    <dgm:cxn modelId="{A5B2CDEA-F0C5-4615-BEF2-9F6B58D811A6}" type="presOf" srcId="{445DF002-78F3-4A94-B9CD-0AF53D59B61C}" destId="{54757CA0-74AC-4B05-9509-262743F7D4E5}" srcOrd="0" destOrd="0" presId="urn:microsoft.com/office/officeart/2005/8/layout/process1"/>
    <dgm:cxn modelId="{AE7611E5-9E69-4AA4-BA36-F86526BFBA03}" type="presOf" srcId="{849AD1D8-D962-4BFE-B797-DF3CE955DEDB}" destId="{1A03DA9C-407A-4C87-B59B-A5A458F9D2A5}" srcOrd="0" destOrd="0" presId="urn:microsoft.com/office/officeart/2005/8/layout/process1"/>
    <dgm:cxn modelId="{0977C94C-DDB0-4999-85F2-875B81A85DC6}" type="presOf" srcId="{FC62CFF9-B07B-4BFE-B96E-05B59DE7C1BB}" destId="{E18B30B3-2A85-42CD-984E-FC4E4BA85442}" srcOrd="1" destOrd="0" presId="urn:microsoft.com/office/officeart/2005/8/layout/process1"/>
    <dgm:cxn modelId="{63278AF8-EEBA-458F-99D4-E75907912D54}" srcId="{7400D4CA-8012-4090-A372-688901B652CF}" destId="{445DF002-78F3-4A94-B9CD-0AF53D59B61C}" srcOrd="0" destOrd="0" parTransId="{D37F9809-2911-47B7-B4E5-9C24C0CFC35A}" sibTransId="{FC62CFF9-B07B-4BFE-B96E-05B59DE7C1BB}"/>
    <dgm:cxn modelId="{619AC0DA-1C42-4DCD-92FA-4C147E27BDCD}" type="presOf" srcId="{FC62CFF9-B07B-4BFE-B96E-05B59DE7C1BB}" destId="{A5300A8F-DEBA-417D-A046-993EB276073D}" srcOrd="0" destOrd="0" presId="urn:microsoft.com/office/officeart/2005/8/layout/process1"/>
    <dgm:cxn modelId="{045AAACE-8D5C-46AC-A9FB-95A3562206B6}" srcId="{7400D4CA-8012-4090-A372-688901B652CF}" destId="{849AD1D8-D962-4BFE-B797-DF3CE955DEDB}" srcOrd="1" destOrd="0" parTransId="{3E8F6372-82CE-4EC5-8DD9-A60CB08C1E5E}" sibTransId="{8EE5E265-C342-4191-8B1C-E38576576A13}"/>
    <dgm:cxn modelId="{474C8E71-83F2-4523-87C2-E0BF65B38A39}" type="presParOf" srcId="{517E5C41-2B90-4C83-89C9-BFE0301C7FF4}" destId="{54757CA0-74AC-4B05-9509-262743F7D4E5}" srcOrd="0" destOrd="0" presId="urn:microsoft.com/office/officeart/2005/8/layout/process1"/>
    <dgm:cxn modelId="{E5AA7B36-4692-4408-A63B-35213828118D}" type="presParOf" srcId="{517E5C41-2B90-4C83-89C9-BFE0301C7FF4}" destId="{A5300A8F-DEBA-417D-A046-993EB276073D}" srcOrd="1" destOrd="0" presId="urn:microsoft.com/office/officeart/2005/8/layout/process1"/>
    <dgm:cxn modelId="{EF4FA77C-073B-4B6E-80AF-4FB9A278AAE4}" type="presParOf" srcId="{A5300A8F-DEBA-417D-A046-993EB276073D}" destId="{E18B30B3-2A85-42CD-984E-FC4E4BA85442}" srcOrd="0" destOrd="0" presId="urn:microsoft.com/office/officeart/2005/8/layout/process1"/>
    <dgm:cxn modelId="{8EB0B4D4-D041-4AAC-AF83-73AFE5C618DB}" type="presParOf" srcId="{517E5C41-2B90-4C83-89C9-BFE0301C7FF4}" destId="{1A03DA9C-407A-4C87-B59B-A5A458F9D2A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400D4CA-8012-4090-A372-688901B652CF}" type="doc">
      <dgm:prSet loTypeId="urn:microsoft.com/office/officeart/2005/8/layout/process1" loCatId="process" qsTypeId="urn:microsoft.com/office/officeart/2005/8/quickstyle/3d3" qsCatId="3D" csTypeId="urn:microsoft.com/office/officeart/2005/8/colors/accent0_3" csCatId="mainScheme" phldr="1"/>
      <dgm:spPr/>
    </dgm:pt>
    <dgm:pt modelId="{445DF002-78F3-4A94-B9CD-0AF53D59B61C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 smtClean="0"/>
            <a:t>while</a:t>
          </a:r>
          <a:endParaRPr lang="en-US" dirty="0"/>
        </a:p>
      </dgm:t>
    </dgm:pt>
    <dgm:pt modelId="{D37F9809-2911-47B7-B4E5-9C24C0CFC35A}" type="parTrans" cxnId="{63278AF8-EEBA-458F-99D4-E75907912D54}">
      <dgm:prSet/>
      <dgm:spPr/>
      <dgm:t>
        <a:bodyPr/>
        <a:lstStyle/>
        <a:p>
          <a:endParaRPr lang="en-US"/>
        </a:p>
      </dgm:t>
    </dgm:pt>
    <dgm:pt modelId="{FC62CFF9-B07B-4BFE-B96E-05B59DE7C1BB}" type="sibTrans" cxnId="{63278AF8-EEBA-458F-99D4-E75907912D54}">
      <dgm:prSet/>
      <dgm:spPr/>
      <dgm:t>
        <a:bodyPr/>
        <a:lstStyle/>
        <a:p>
          <a:endParaRPr lang="en-US"/>
        </a:p>
      </dgm:t>
    </dgm:pt>
    <dgm:pt modelId="{849AD1D8-D962-4BFE-B797-DF3CE955DEDB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ar-EG" dirty="0" smtClean="0"/>
            <a:t>بينما</a:t>
          </a:r>
        </a:p>
      </dgm:t>
    </dgm:pt>
    <dgm:pt modelId="{3E8F6372-82CE-4EC5-8DD9-A60CB08C1E5E}" type="parTrans" cxnId="{045AAACE-8D5C-46AC-A9FB-95A3562206B6}">
      <dgm:prSet/>
      <dgm:spPr/>
      <dgm:t>
        <a:bodyPr/>
        <a:lstStyle/>
        <a:p>
          <a:endParaRPr lang="en-US"/>
        </a:p>
      </dgm:t>
    </dgm:pt>
    <dgm:pt modelId="{8EE5E265-C342-4191-8B1C-E38576576A13}" type="sibTrans" cxnId="{045AAACE-8D5C-46AC-A9FB-95A3562206B6}">
      <dgm:prSet/>
      <dgm:spPr/>
      <dgm:t>
        <a:bodyPr/>
        <a:lstStyle/>
        <a:p>
          <a:endParaRPr lang="en-US"/>
        </a:p>
      </dgm:t>
    </dgm:pt>
    <dgm:pt modelId="{517E5C41-2B90-4C83-89C9-BFE0301C7FF4}" type="pres">
      <dgm:prSet presAssocID="{7400D4CA-8012-4090-A372-688901B652CF}" presName="Name0" presStyleCnt="0">
        <dgm:presLayoutVars>
          <dgm:dir/>
          <dgm:resizeHandles val="exact"/>
        </dgm:presLayoutVars>
      </dgm:prSet>
      <dgm:spPr/>
    </dgm:pt>
    <dgm:pt modelId="{54757CA0-74AC-4B05-9509-262743F7D4E5}" type="pres">
      <dgm:prSet presAssocID="{445DF002-78F3-4A94-B9CD-0AF53D59B61C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300A8F-DEBA-417D-A046-993EB276073D}" type="pres">
      <dgm:prSet presAssocID="{FC62CFF9-B07B-4BFE-B96E-05B59DE7C1BB}" presName="sibTrans" presStyleLbl="sibTrans2D1" presStyleIdx="0" presStyleCnt="1"/>
      <dgm:spPr/>
      <dgm:t>
        <a:bodyPr/>
        <a:lstStyle/>
        <a:p>
          <a:endParaRPr lang="en-US"/>
        </a:p>
      </dgm:t>
    </dgm:pt>
    <dgm:pt modelId="{E18B30B3-2A85-42CD-984E-FC4E4BA85442}" type="pres">
      <dgm:prSet presAssocID="{FC62CFF9-B07B-4BFE-B96E-05B59DE7C1BB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1A03DA9C-407A-4C87-B59B-A5A458F9D2A5}" type="pres">
      <dgm:prSet presAssocID="{849AD1D8-D962-4BFE-B797-DF3CE955DED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DE97B9-8999-48DC-B680-FB86B7FFD39A}" type="presOf" srcId="{7400D4CA-8012-4090-A372-688901B652CF}" destId="{517E5C41-2B90-4C83-89C9-BFE0301C7FF4}" srcOrd="0" destOrd="0" presId="urn:microsoft.com/office/officeart/2005/8/layout/process1"/>
    <dgm:cxn modelId="{A5B2CDEA-F0C5-4615-BEF2-9F6B58D811A6}" type="presOf" srcId="{445DF002-78F3-4A94-B9CD-0AF53D59B61C}" destId="{54757CA0-74AC-4B05-9509-262743F7D4E5}" srcOrd="0" destOrd="0" presId="urn:microsoft.com/office/officeart/2005/8/layout/process1"/>
    <dgm:cxn modelId="{AE7611E5-9E69-4AA4-BA36-F86526BFBA03}" type="presOf" srcId="{849AD1D8-D962-4BFE-B797-DF3CE955DEDB}" destId="{1A03DA9C-407A-4C87-B59B-A5A458F9D2A5}" srcOrd="0" destOrd="0" presId="urn:microsoft.com/office/officeart/2005/8/layout/process1"/>
    <dgm:cxn modelId="{0977C94C-DDB0-4999-85F2-875B81A85DC6}" type="presOf" srcId="{FC62CFF9-B07B-4BFE-B96E-05B59DE7C1BB}" destId="{E18B30B3-2A85-42CD-984E-FC4E4BA85442}" srcOrd="1" destOrd="0" presId="urn:microsoft.com/office/officeart/2005/8/layout/process1"/>
    <dgm:cxn modelId="{63278AF8-EEBA-458F-99D4-E75907912D54}" srcId="{7400D4CA-8012-4090-A372-688901B652CF}" destId="{445DF002-78F3-4A94-B9CD-0AF53D59B61C}" srcOrd="0" destOrd="0" parTransId="{D37F9809-2911-47B7-B4E5-9C24C0CFC35A}" sibTransId="{FC62CFF9-B07B-4BFE-B96E-05B59DE7C1BB}"/>
    <dgm:cxn modelId="{619AC0DA-1C42-4DCD-92FA-4C147E27BDCD}" type="presOf" srcId="{FC62CFF9-B07B-4BFE-B96E-05B59DE7C1BB}" destId="{A5300A8F-DEBA-417D-A046-993EB276073D}" srcOrd="0" destOrd="0" presId="urn:microsoft.com/office/officeart/2005/8/layout/process1"/>
    <dgm:cxn modelId="{045AAACE-8D5C-46AC-A9FB-95A3562206B6}" srcId="{7400D4CA-8012-4090-A372-688901B652CF}" destId="{849AD1D8-D962-4BFE-B797-DF3CE955DEDB}" srcOrd="1" destOrd="0" parTransId="{3E8F6372-82CE-4EC5-8DD9-A60CB08C1E5E}" sibTransId="{8EE5E265-C342-4191-8B1C-E38576576A13}"/>
    <dgm:cxn modelId="{474C8E71-83F2-4523-87C2-E0BF65B38A39}" type="presParOf" srcId="{517E5C41-2B90-4C83-89C9-BFE0301C7FF4}" destId="{54757CA0-74AC-4B05-9509-262743F7D4E5}" srcOrd="0" destOrd="0" presId="urn:microsoft.com/office/officeart/2005/8/layout/process1"/>
    <dgm:cxn modelId="{E5AA7B36-4692-4408-A63B-35213828118D}" type="presParOf" srcId="{517E5C41-2B90-4C83-89C9-BFE0301C7FF4}" destId="{A5300A8F-DEBA-417D-A046-993EB276073D}" srcOrd="1" destOrd="0" presId="urn:microsoft.com/office/officeart/2005/8/layout/process1"/>
    <dgm:cxn modelId="{EF4FA77C-073B-4B6E-80AF-4FB9A278AAE4}" type="presParOf" srcId="{A5300A8F-DEBA-417D-A046-993EB276073D}" destId="{E18B30B3-2A85-42CD-984E-FC4E4BA85442}" srcOrd="0" destOrd="0" presId="urn:microsoft.com/office/officeart/2005/8/layout/process1"/>
    <dgm:cxn modelId="{8EB0B4D4-D041-4AAC-AF83-73AFE5C618DB}" type="presParOf" srcId="{517E5C41-2B90-4C83-89C9-BFE0301C7FF4}" destId="{1A03DA9C-407A-4C87-B59B-A5A458F9D2A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400D4CA-8012-4090-A372-688901B652CF}" type="doc">
      <dgm:prSet loTypeId="urn:microsoft.com/office/officeart/2005/8/layout/process1" loCatId="process" qsTypeId="urn:microsoft.com/office/officeart/2005/8/quickstyle/3d3" qsCatId="3D" csTypeId="urn:microsoft.com/office/officeart/2005/8/colors/accent0_3" csCatId="mainScheme" phldr="1"/>
      <dgm:spPr/>
    </dgm:pt>
    <dgm:pt modelId="{445DF002-78F3-4A94-B9CD-0AF53D59B61C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 err="1" smtClean="0"/>
            <a:t>int</a:t>
          </a:r>
          <a:endParaRPr lang="en-US" dirty="0"/>
        </a:p>
      </dgm:t>
    </dgm:pt>
    <dgm:pt modelId="{D37F9809-2911-47B7-B4E5-9C24C0CFC35A}" type="parTrans" cxnId="{63278AF8-EEBA-458F-99D4-E75907912D54}">
      <dgm:prSet/>
      <dgm:spPr/>
      <dgm:t>
        <a:bodyPr/>
        <a:lstStyle/>
        <a:p>
          <a:endParaRPr lang="en-US"/>
        </a:p>
      </dgm:t>
    </dgm:pt>
    <dgm:pt modelId="{FC62CFF9-B07B-4BFE-B96E-05B59DE7C1BB}" type="sibTrans" cxnId="{63278AF8-EEBA-458F-99D4-E75907912D54}">
      <dgm:prSet/>
      <dgm:spPr/>
      <dgm:t>
        <a:bodyPr/>
        <a:lstStyle/>
        <a:p>
          <a:endParaRPr lang="en-US"/>
        </a:p>
      </dgm:t>
    </dgm:pt>
    <dgm:pt modelId="{849AD1D8-D962-4BFE-B797-DF3CE955DEDB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ar-EG" dirty="0" smtClean="0"/>
            <a:t>رقم</a:t>
          </a:r>
        </a:p>
      </dgm:t>
    </dgm:pt>
    <dgm:pt modelId="{3E8F6372-82CE-4EC5-8DD9-A60CB08C1E5E}" type="parTrans" cxnId="{045AAACE-8D5C-46AC-A9FB-95A3562206B6}">
      <dgm:prSet/>
      <dgm:spPr/>
      <dgm:t>
        <a:bodyPr/>
        <a:lstStyle/>
        <a:p>
          <a:endParaRPr lang="en-US"/>
        </a:p>
      </dgm:t>
    </dgm:pt>
    <dgm:pt modelId="{8EE5E265-C342-4191-8B1C-E38576576A13}" type="sibTrans" cxnId="{045AAACE-8D5C-46AC-A9FB-95A3562206B6}">
      <dgm:prSet/>
      <dgm:spPr/>
      <dgm:t>
        <a:bodyPr/>
        <a:lstStyle/>
        <a:p>
          <a:endParaRPr lang="en-US"/>
        </a:p>
      </dgm:t>
    </dgm:pt>
    <dgm:pt modelId="{517E5C41-2B90-4C83-89C9-BFE0301C7FF4}" type="pres">
      <dgm:prSet presAssocID="{7400D4CA-8012-4090-A372-688901B652CF}" presName="Name0" presStyleCnt="0">
        <dgm:presLayoutVars>
          <dgm:dir/>
          <dgm:resizeHandles val="exact"/>
        </dgm:presLayoutVars>
      </dgm:prSet>
      <dgm:spPr/>
    </dgm:pt>
    <dgm:pt modelId="{54757CA0-74AC-4B05-9509-262743F7D4E5}" type="pres">
      <dgm:prSet presAssocID="{445DF002-78F3-4A94-B9CD-0AF53D59B61C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300A8F-DEBA-417D-A046-993EB276073D}" type="pres">
      <dgm:prSet presAssocID="{FC62CFF9-B07B-4BFE-B96E-05B59DE7C1BB}" presName="sibTrans" presStyleLbl="sibTrans2D1" presStyleIdx="0" presStyleCnt="1"/>
      <dgm:spPr/>
      <dgm:t>
        <a:bodyPr/>
        <a:lstStyle/>
        <a:p>
          <a:endParaRPr lang="en-US"/>
        </a:p>
      </dgm:t>
    </dgm:pt>
    <dgm:pt modelId="{E18B30B3-2A85-42CD-984E-FC4E4BA85442}" type="pres">
      <dgm:prSet presAssocID="{FC62CFF9-B07B-4BFE-B96E-05B59DE7C1BB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1A03DA9C-407A-4C87-B59B-A5A458F9D2A5}" type="pres">
      <dgm:prSet presAssocID="{849AD1D8-D962-4BFE-B797-DF3CE955DED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DE97B9-8999-48DC-B680-FB86B7FFD39A}" type="presOf" srcId="{7400D4CA-8012-4090-A372-688901B652CF}" destId="{517E5C41-2B90-4C83-89C9-BFE0301C7FF4}" srcOrd="0" destOrd="0" presId="urn:microsoft.com/office/officeart/2005/8/layout/process1"/>
    <dgm:cxn modelId="{A5B2CDEA-F0C5-4615-BEF2-9F6B58D811A6}" type="presOf" srcId="{445DF002-78F3-4A94-B9CD-0AF53D59B61C}" destId="{54757CA0-74AC-4B05-9509-262743F7D4E5}" srcOrd="0" destOrd="0" presId="urn:microsoft.com/office/officeart/2005/8/layout/process1"/>
    <dgm:cxn modelId="{AE7611E5-9E69-4AA4-BA36-F86526BFBA03}" type="presOf" srcId="{849AD1D8-D962-4BFE-B797-DF3CE955DEDB}" destId="{1A03DA9C-407A-4C87-B59B-A5A458F9D2A5}" srcOrd="0" destOrd="0" presId="urn:microsoft.com/office/officeart/2005/8/layout/process1"/>
    <dgm:cxn modelId="{0977C94C-DDB0-4999-85F2-875B81A85DC6}" type="presOf" srcId="{FC62CFF9-B07B-4BFE-B96E-05B59DE7C1BB}" destId="{E18B30B3-2A85-42CD-984E-FC4E4BA85442}" srcOrd="1" destOrd="0" presId="urn:microsoft.com/office/officeart/2005/8/layout/process1"/>
    <dgm:cxn modelId="{63278AF8-EEBA-458F-99D4-E75907912D54}" srcId="{7400D4CA-8012-4090-A372-688901B652CF}" destId="{445DF002-78F3-4A94-B9CD-0AF53D59B61C}" srcOrd="0" destOrd="0" parTransId="{D37F9809-2911-47B7-B4E5-9C24C0CFC35A}" sibTransId="{FC62CFF9-B07B-4BFE-B96E-05B59DE7C1BB}"/>
    <dgm:cxn modelId="{619AC0DA-1C42-4DCD-92FA-4C147E27BDCD}" type="presOf" srcId="{FC62CFF9-B07B-4BFE-B96E-05B59DE7C1BB}" destId="{A5300A8F-DEBA-417D-A046-993EB276073D}" srcOrd="0" destOrd="0" presId="urn:microsoft.com/office/officeart/2005/8/layout/process1"/>
    <dgm:cxn modelId="{045AAACE-8D5C-46AC-A9FB-95A3562206B6}" srcId="{7400D4CA-8012-4090-A372-688901B652CF}" destId="{849AD1D8-D962-4BFE-B797-DF3CE955DEDB}" srcOrd="1" destOrd="0" parTransId="{3E8F6372-82CE-4EC5-8DD9-A60CB08C1E5E}" sibTransId="{8EE5E265-C342-4191-8B1C-E38576576A13}"/>
    <dgm:cxn modelId="{474C8E71-83F2-4523-87C2-E0BF65B38A39}" type="presParOf" srcId="{517E5C41-2B90-4C83-89C9-BFE0301C7FF4}" destId="{54757CA0-74AC-4B05-9509-262743F7D4E5}" srcOrd="0" destOrd="0" presId="urn:microsoft.com/office/officeart/2005/8/layout/process1"/>
    <dgm:cxn modelId="{E5AA7B36-4692-4408-A63B-35213828118D}" type="presParOf" srcId="{517E5C41-2B90-4C83-89C9-BFE0301C7FF4}" destId="{A5300A8F-DEBA-417D-A046-993EB276073D}" srcOrd="1" destOrd="0" presId="urn:microsoft.com/office/officeart/2005/8/layout/process1"/>
    <dgm:cxn modelId="{EF4FA77C-073B-4B6E-80AF-4FB9A278AAE4}" type="presParOf" srcId="{A5300A8F-DEBA-417D-A046-993EB276073D}" destId="{E18B30B3-2A85-42CD-984E-FC4E4BA85442}" srcOrd="0" destOrd="0" presId="urn:microsoft.com/office/officeart/2005/8/layout/process1"/>
    <dgm:cxn modelId="{8EB0B4D4-D041-4AAC-AF83-73AFE5C618DB}" type="presParOf" srcId="{517E5C41-2B90-4C83-89C9-BFE0301C7FF4}" destId="{1A03DA9C-407A-4C87-B59B-A5A458F9D2A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400D4CA-8012-4090-A372-688901B652CF}" type="doc">
      <dgm:prSet loTypeId="urn:microsoft.com/office/officeart/2005/8/layout/process1" loCatId="process" qsTypeId="urn:microsoft.com/office/officeart/2005/8/quickstyle/3d3" qsCatId="3D" csTypeId="urn:microsoft.com/office/officeart/2005/8/colors/accent0_3" csCatId="mainScheme" phldr="1"/>
      <dgm:spPr/>
    </dgm:pt>
    <dgm:pt modelId="{445DF002-78F3-4A94-B9CD-0AF53D59B61C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 smtClean="0"/>
            <a:t>float</a:t>
          </a:r>
          <a:endParaRPr lang="en-US" dirty="0"/>
        </a:p>
      </dgm:t>
    </dgm:pt>
    <dgm:pt modelId="{D37F9809-2911-47B7-B4E5-9C24C0CFC35A}" type="parTrans" cxnId="{63278AF8-EEBA-458F-99D4-E75907912D54}">
      <dgm:prSet/>
      <dgm:spPr/>
      <dgm:t>
        <a:bodyPr/>
        <a:lstStyle/>
        <a:p>
          <a:endParaRPr lang="en-US"/>
        </a:p>
      </dgm:t>
    </dgm:pt>
    <dgm:pt modelId="{FC62CFF9-B07B-4BFE-B96E-05B59DE7C1BB}" type="sibTrans" cxnId="{63278AF8-EEBA-458F-99D4-E75907912D54}">
      <dgm:prSet/>
      <dgm:spPr/>
      <dgm:t>
        <a:bodyPr/>
        <a:lstStyle/>
        <a:p>
          <a:endParaRPr lang="en-US"/>
        </a:p>
      </dgm:t>
    </dgm:pt>
    <dgm:pt modelId="{849AD1D8-D962-4BFE-B797-DF3CE955DEDB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ar-EG" dirty="0" smtClean="0"/>
            <a:t>عشري</a:t>
          </a:r>
        </a:p>
      </dgm:t>
    </dgm:pt>
    <dgm:pt modelId="{3E8F6372-82CE-4EC5-8DD9-A60CB08C1E5E}" type="parTrans" cxnId="{045AAACE-8D5C-46AC-A9FB-95A3562206B6}">
      <dgm:prSet/>
      <dgm:spPr/>
      <dgm:t>
        <a:bodyPr/>
        <a:lstStyle/>
        <a:p>
          <a:endParaRPr lang="en-US"/>
        </a:p>
      </dgm:t>
    </dgm:pt>
    <dgm:pt modelId="{8EE5E265-C342-4191-8B1C-E38576576A13}" type="sibTrans" cxnId="{045AAACE-8D5C-46AC-A9FB-95A3562206B6}">
      <dgm:prSet/>
      <dgm:spPr/>
      <dgm:t>
        <a:bodyPr/>
        <a:lstStyle/>
        <a:p>
          <a:endParaRPr lang="en-US"/>
        </a:p>
      </dgm:t>
    </dgm:pt>
    <dgm:pt modelId="{517E5C41-2B90-4C83-89C9-BFE0301C7FF4}" type="pres">
      <dgm:prSet presAssocID="{7400D4CA-8012-4090-A372-688901B652CF}" presName="Name0" presStyleCnt="0">
        <dgm:presLayoutVars>
          <dgm:dir/>
          <dgm:resizeHandles val="exact"/>
        </dgm:presLayoutVars>
      </dgm:prSet>
      <dgm:spPr/>
    </dgm:pt>
    <dgm:pt modelId="{54757CA0-74AC-4B05-9509-262743F7D4E5}" type="pres">
      <dgm:prSet presAssocID="{445DF002-78F3-4A94-B9CD-0AF53D59B61C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300A8F-DEBA-417D-A046-993EB276073D}" type="pres">
      <dgm:prSet presAssocID="{FC62CFF9-B07B-4BFE-B96E-05B59DE7C1BB}" presName="sibTrans" presStyleLbl="sibTrans2D1" presStyleIdx="0" presStyleCnt="1"/>
      <dgm:spPr/>
      <dgm:t>
        <a:bodyPr/>
        <a:lstStyle/>
        <a:p>
          <a:endParaRPr lang="en-US"/>
        </a:p>
      </dgm:t>
    </dgm:pt>
    <dgm:pt modelId="{E18B30B3-2A85-42CD-984E-FC4E4BA85442}" type="pres">
      <dgm:prSet presAssocID="{FC62CFF9-B07B-4BFE-B96E-05B59DE7C1BB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1A03DA9C-407A-4C87-B59B-A5A458F9D2A5}" type="pres">
      <dgm:prSet presAssocID="{849AD1D8-D962-4BFE-B797-DF3CE955DED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DE97B9-8999-48DC-B680-FB86B7FFD39A}" type="presOf" srcId="{7400D4CA-8012-4090-A372-688901B652CF}" destId="{517E5C41-2B90-4C83-89C9-BFE0301C7FF4}" srcOrd="0" destOrd="0" presId="urn:microsoft.com/office/officeart/2005/8/layout/process1"/>
    <dgm:cxn modelId="{A5B2CDEA-F0C5-4615-BEF2-9F6B58D811A6}" type="presOf" srcId="{445DF002-78F3-4A94-B9CD-0AF53D59B61C}" destId="{54757CA0-74AC-4B05-9509-262743F7D4E5}" srcOrd="0" destOrd="0" presId="urn:microsoft.com/office/officeart/2005/8/layout/process1"/>
    <dgm:cxn modelId="{AE7611E5-9E69-4AA4-BA36-F86526BFBA03}" type="presOf" srcId="{849AD1D8-D962-4BFE-B797-DF3CE955DEDB}" destId="{1A03DA9C-407A-4C87-B59B-A5A458F9D2A5}" srcOrd="0" destOrd="0" presId="urn:microsoft.com/office/officeart/2005/8/layout/process1"/>
    <dgm:cxn modelId="{0977C94C-DDB0-4999-85F2-875B81A85DC6}" type="presOf" srcId="{FC62CFF9-B07B-4BFE-B96E-05B59DE7C1BB}" destId="{E18B30B3-2A85-42CD-984E-FC4E4BA85442}" srcOrd="1" destOrd="0" presId="urn:microsoft.com/office/officeart/2005/8/layout/process1"/>
    <dgm:cxn modelId="{63278AF8-EEBA-458F-99D4-E75907912D54}" srcId="{7400D4CA-8012-4090-A372-688901B652CF}" destId="{445DF002-78F3-4A94-B9CD-0AF53D59B61C}" srcOrd="0" destOrd="0" parTransId="{D37F9809-2911-47B7-B4E5-9C24C0CFC35A}" sibTransId="{FC62CFF9-B07B-4BFE-B96E-05B59DE7C1BB}"/>
    <dgm:cxn modelId="{619AC0DA-1C42-4DCD-92FA-4C147E27BDCD}" type="presOf" srcId="{FC62CFF9-B07B-4BFE-B96E-05B59DE7C1BB}" destId="{A5300A8F-DEBA-417D-A046-993EB276073D}" srcOrd="0" destOrd="0" presId="urn:microsoft.com/office/officeart/2005/8/layout/process1"/>
    <dgm:cxn modelId="{045AAACE-8D5C-46AC-A9FB-95A3562206B6}" srcId="{7400D4CA-8012-4090-A372-688901B652CF}" destId="{849AD1D8-D962-4BFE-B797-DF3CE955DEDB}" srcOrd="1" destOrd="0" parTransId="{3E8F6372-82CE-4EC5-8DD9-A60CB08C1E5E}" sibTransId="{8EE5E265-C342-4191-8B1C-E38576576A13}"/>
    <dgm:cxn modelId="{474C8E71-83F2-4523-87C2-E0BF65B38A39}" type="presParOf" srcId="{517E5C41-2B90-4C83-89C9-BFE0301C7FF4}" destId="{54757CA0-74AC-4B05-9509-262743F7D4E5}" srcOrd="0" destOrd="0" presId="urn:microsoft.com/office/officeart/2005/8/layout/process1"/>
    <dgm:cxn modelId="{E5AA7B36-4692-4408-A63B-35213828118D}" type="presParOf" srcId="{517E5C41-2B90-4C83-89C9-BFE0301C7FF4}" destId="{A5300A8F-DEBA-417D-A046-993EB276073D}" srcOrd="1" destOrd="0" presId="urn:microsoft.com/office/officeart/2005/8/layout/process1"/>
    <dgm:cxn modelId="{EF4FA77C-073B-4B6E-80AF-4FB9A278AAE4}" type="presParOf" srcId="{A5300A8F-DEBA-417D-A046-993EB276073D}" destId="{E18B30B3-2A85-42CD-984E-FC4E4BA85442}" srcOrd="0" destOrd="0" presId="urn:microsoft.com/office/officeart/2005/8/layout/process1"/>
    <dgm:cxn modelId="{8EB0B4D4-D041-4AAC-AF83-73AFE5C618DB}" type="presParOf" srcId="{517E5C41-2B90-4C83-89C9-BFE0301C7FF4}" destId="{1A03DA9C-407A-4C87-B59B-A5A458F9D2A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400D4CA-8012-4090-A372-688901B652CF}" type="doc">
      <dgm:prSet loTypeId="urn:microsoft.com/office/officeart/2005/8/layout/process1" loCatId="process" qsTypeId="urn:microsoft.com/office/officeart/2005/8/quickstyle/3d3" qsCatId="3D" csTypeId="urn:microsoft.com/office/officeart/2005/8/colors/accent0_3" csCatId="mainScheme" phldr="1"/>
      <dgm:spPr/>
    </dgm:pt>
    <dgm:pt modelId="{445DF002-78F3-4A94-B9CD-0AF53D59B61C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 smtClean="0"/>
            <a:t>string</a:t>
          </a:r>
          <a:endParaRPr lang="en-US" dirty="0"/>
        </a:p>
      </dgm:t>
    </dgm:pt>
    <dgm:pt modelId="{D37F9809-2911-47B7-B4E5-9C24C0CFC35A}" type="parTrans" cxnId="{63278AF8-EEBA-458F-99D4-E75907912D54}">
      <dgm:prSet/>
      <dgm:spPr/>
      <dgm:t>
        <a:bodyPr/>
        <a:lstStyle/>
        <a:p>
          <a:endParaRPr lang="en-US"/>
        </a:p>
      </dgm:t>
    </dgm:pt>
    <dgm:pt modelId="{FC62CFF9-B07B-4BFE-B96E-05B59DE7C1BB}" type="sibTrans" cxnId="{63278AF8-EEBA-458F-99D4-E75907912D54}">
      <dgm:prSet/>
      <dgm:spPr/>
      <dgm:t>
        <a:bodyPr/>
        <a:lstStyle/>
        <a:p>
          <a:endParaRPr lang="en-US"/>
        </a:p>
      </dgm:t>
    </dgm:pt>
    <dgm:pt modelId="{849AD1D8-D962-4BFE-B797-DF3CE955DEDB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ar-EG" dirty="0" smtClean="0"/>
            <a:t>نص</a:t>
          </a:r>
        </a:p>
      </dgm:t>
    </dgm:pt>
    <dgm:pt modelId="{3E8F6372-82CE-4EC5-8DD9-A60CB08C1E5E}" type="parTrans" cxnId="{045AAACE-8D5C-46AC-A9FB-95A3562206B6}">
      <dgm:prSet/>
      <dgm:spPr/>
      <dgm:t>
        <a:bodyPr/>
        <a:lstStyle/>
        <a:p>
          <a:endParaRPr lang="en-US"/>
        </a:p>
      </dgm:t>
    </dgm:pt>
    <dgm:pt modelId="{8EE5E265-C342-4191-8B1C-E38576576A13}" type="sibTrans" cxnId="{045AAACE-8D5C-46AC-A9FB-95A3562206B6}">
      <dgm:prSet/>
      <dgm:spPr/>
      <dgm:t>
        <a:bodyPr/>
        <a:lstStyle/>
        <a:p>
          <a:endParaRPr lang="en-US"/>
        </a:p>
      </dgm:t>
    </dgm:pt>
    <dgm:pt modelId="{517E5C41-2B90-4C83-89C9-BFE0301C7FF4}" type="pres">
      <dgm:prSet presAssocID="{7400D4CA-8012-4090-A372-688901B652CF}" presName="Name0" presStyleCnt="0">
        <dgm:presLayoutVars>
          <dgm:dir/>
          <dgm:resizeHandles val="exact"/>
        </dgm:presLayoutVars>
      </dgm:prSet>
      <dgm:spPr/>
    </dgm:pt>
    <dgm:pt modelId="{54757CA0-74AC-4B05-9509-262743F7D4E5}" type="pres">
      <dgm:prSet presAssocID="{445DF002-78F3-4A94-B9CD-0AF53D59B61C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300A8F-DEBA-417D-A046-993EB276073D}" type="pres">
      <dgm:prSet presAssocID="{FC62CFF9-B07B-4BFE-B96E-05B59DE7C1BB}" presName="sibTrans" presStyleLbl="sibTrans2D1" presStyleIdx="0" presStyleCnt="1"/>
      <dgm:spPr/>
      <dgm:t>
        <a:bodyPr/>
        <a:lstStyle/>
        <a:p>
          <a:endParaRPr lang="en-US"/>
        </a:p>
      </dgm:t>
    </dgm:pt>
    <dgm:pt modelId="{E18B30B3-2A85-42CD-984E-FC4E4BA85442}" type="pres">
      <dgm:prSet presAssocID="{FC62CFF9-B07B-4BFE-B96E-05B59DE7C1BB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1A03DA9C-407A-4C87-B59B-A5A458F9D2A5}" type="pres">
      <dgm:prSet presAssocID="{849AD1D8-D962-4BFE-B797-DF3CE955DED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DE97B9-8999-48DC-B680-FB86B7FFD39A}" type="presOf" srcId="{7400D4CA-8012-4090-A372-688901B652CF}" destId="{517E5C41-2B90-4C83-89C9-BFE0301C7FF4}" srcOrd="0" destOrd="0" presId="urn:microsoft.com/office/officeart/2005/8/layout/process1"/>
    <dgm:cxn modelId="{A5B2CDEA-F0C5-4615-BEF2-9F6B58D811A6}" type="presOf" srcId="{445DF002-78F3-4A94-B9CD-0AF53D59B61C}" destId="{54757CA0-74AC-4B05-9509-262743F7D4E5}" srcOrd="0" destOrd="0" presId="urn:microsoft.com/office/officeart/2005/8/layout/process1"/>
    <dgm:cxn modelId="{AE7611E5-9E69-4AA4-BA36-F86526BFBA03}" type="presOf" srcId="{849AD1D8-D962-4BFE-B797-DF3CE955DEDB}" destId="{1A03DA9C-407A-4C87-B59B-A5A458F9D2A5}" srcOrd="0" destOrd="0" presId="urn:microsoft.com/office/officeart/2005/8/layout/process1"/>
    <dgm:cxn modelId="{0977C94C-DDB0-4999-85F2-875B81A85DC6}" type="presOf" srcId="{FC62CFF9-B07B-4BFE-B96E-05B59DE7C1BB}" destId="{E18B30B3-2A85-42CD-984E-FC4E4BA85442}" srcOrd="1" destOrd="0" presId="urn:microsoft.com/office/officeart/2005/8/layout/process1"/>
    <dgm:cxn modelId="{63278AF8-EEBA-458F-99D4-E75907912D54}" srcId="{7400D4CA-8012-4090-A372-688901B652CF}" destId="{445DF002-78F3-4A94-B9CD-0AF53D59B61C}" srcOrd="0" destOrd="0" parTransId="{D37F9809-2911-47B7-B4E5-9C24C0CFC35A}" sibTransId="{FC62CFF9-B07B-4BFE-B96E-05B59DE7C1BB}"/>
    <dgm:cxn modelId="{619AC0DA-1C42-4DCD-92FA-4C147E27BDCD}" type="presOf" srcId="{FC62CFF9-B07B-4BFE-B96E-05B59DE7C1BB}" destId="{A5300A8F-DEBA-417D-A046-993EB276073D}" srcOrd="0" destOrd="0" presId="urn:microsoft.com/office/officeart/2005/8/layout/process1"/>
    <dgm:cxn modelId="{045AAACE-8D5C-46AC-A9FB-95A3562206B6}" srcId="{7400D4CA-8012-4090-A372-688901B652CF}" destId="{849AD1D8-D962-4BFE-B797-DF3CE955DEDB}" srcOrd="1" destOrd="0" parTransId="{3E8F6372-82CE-4EC5-8DD9-A60CB08C1E5E}" sibTransId="{8EE5E265-C342-4191-8B1C-E38576576A13}"/>
    <dgm:cxn modelId="{474C8E71-83F2-4523-87C2-E0BF65B38A39}" type="presParOf" srcId="{517E5C41-2B90-4C83-89C9-BFE0301C7FF4}" destId="{54757CA0-74AC-4B05-9509-262743F7D4E5}" srcOrd="0" destOrd="0" presId="urn:microsoft.com/office/officeart/2005/8/layout/process1"/>
    <dgm:cxn modelId="{E5AA7B36-4692-4408-A63B-35213828118D}" type="presParOf" srcId="{517E5C41-2B90-4C83-89C9-BFE0301C7FF4}" destId="{A5300A8F-DEBA-417D-A046-993EB276073D}" srcOrd="1" destOrd="0" presId="urn:microsoft.com/office/officeart/2005/8/layout/process1"/>
    <dgm:cxn modelId="{EF4FA77C-073B-4B6E-80AF-4FB9A278AAE4}" type="presParOf" srcId="{A5300A8F-DEBA-417D-A046-993EB276073D}" destId="{E18B30B3-2A85-42CD-984E-FC4E4BA85442}" srcOrd="0" destOrd="0" presId="urn:microsoft.com/office/officeart/2005/8/layout/process1"/>
    <dgm:cxn modelId="{8EB0B4D4-D041-4AAC-AF83-73AFE5C618DB}" type="presParOf" srcId="{517E5C41-2B90-4C83-89C9-BFE0301C7FF4}" destId="{1A03DA9C-407A-4C87-B59B-A5A458F9D2A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4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400D4CA-8012-4090-A372-688901B652CF}" type="doc">
      <dgm:prSet loTypeId="urn:microsoft.com/office/officeart/2005/8/layout/process1" loCatId="process" qsTypeId="urn:microsoft.com/office/officeart/2005/8/quickstyle/3d3" qsCatId="3D" csTypeId="urn:microsoft.com/office/officeart/2005/8/colors/accent0_3" csCatId="mainScheme" phldr="1"/>
      <dgm:spPr/>
    </dgm:pt>
    <dgm:pt modelId="{445DF002-78F3-4A94-B9CD-0AF53D59B61C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 smtClean="0"/>
            <a:t>return</a:t>
          </a:r>
          <a:endParaRPr lang="en-US" dirty="0"/>
        </a:p>
      </dgm:t>
    </dgm:pt>
    <dgm:pt modelId="{D37F9809-2911-47B7-B4E5-9C24C0CFC35A}" type="parTrans" cxnId="{63278AF8-EEBA-458F-99D4-E75907912D54}">
      <dgm:prSet/>
      <dgm:spPr/>
      <dgm:t>
        <a:bodyPr/>
        <a:lstStyle/>
        <a:p>
          <a:endParaRPr lang="en-US"/>
        </a:p>
      </dgm:t>
    </dgm:pt>
    <dgm:pt modelId="{FC62CFF9-B07B-4BFE-B96E-05B59DE7C1BB}" type="sibTrans" cxnId="{63278AF8-EEBA-458F-99D4-E75907912D54}">
      <dgm:prSet/>
      <dgm:spPr/>
      <dgm:t>
        <a:bodyPr/>
        <a:lstStyle/>
        <a:p>
          <a:endParaRPr lang="en-US"/>
        </a:p>
      </dgm:t>
    </dgm:pt>
    <dgm:pt modelId="{849AD1D8-D962-4BFE-B797-DF3CE955DEDB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ar-EG" dirty="0" smtClean="0"/>
            <a:t>ارجع</a:t>
          </a:r>
        </a:p>
      </dgm:t>
    </dgm:pt>
    <dgm:pt modelId="{3E8F6372-82CE-4EC5-8DD9-A60CB08C1E5E}" type="parTrans" cxnId="{045AAACE-8D5C-46AC-A9FB-95A3562206B6}">
      <dgm:prSet/>
      <dgm:spPr/>
      <dgm:t>
        <a:bodyPr/>
        <a:lstStyle/>
        <a:p>
          <a:endParaRPr lang="en-US"/>
        </a:p>
      </dgm:t>
    </dgm:pt>
    <dgm:pt modelId="{8EE5E265-C342-4191-8B1C-E38576576A13}" type="sibTrans" cxnId="{045AAACE-8D5C-46AC-A9FB-95A3562206B6}">
      <dgm:prSet/>
      <dgm:spPr/>
      <dgm:t>
        <a:bodyPr/>
        <a:lstStyle/>
        <a:p>
          <a:endParaRPr lang="en-US"/>
        </a:p>
      </dgm:t>
    </dgm:pt>
    <dgm:pt modelId="{517E5C41-2B90-4C83-89C9-BFE0301C7FF4}" type="pres">
      <dgm:prSet presAssocID="{7400D4CA-8012-4090-A372-688901B652CF}" presName="Name0" presStyleCnt="0">
        <dgm:presLayoutVars>
          <dgm:dir/>
          <dgm:resizeHandles val="exact"/>
        </dgm:presLayoutVars>
      </dgm:prSet>
      <dgm:spPr/>
    </dgm:pt>
    <dgm:pt modelId="{54757CA0-74AC-4B05-9509-262743F7D4E5}" type="pres">
      <dgm:prSet presAssocID="{445DF002-78F3-4A94-B9CD-0AF53D59B61C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300A8F-DEBA-417D-A046-993EB276073D}" type="pres">
      <dgm:prSet presAssocID="{FC62CFF9-B07B-4BFE-B96E-05B59DE7C1BB}" presName="sibTrans" presStyleLbl="sibTrans2D1" presStyleIdx="0" presStyleCnt="1"/>
      <dgm:spPr/>
      <dgm:t>
        <a:bodyPr/>
        <a:lstStyle/>
        <a:p>
          <a:endParaRPr lang="en-US"/>
        </a:p>
      </dgm:t>
    </dgm:pt>
    <dgm:pt modelId="{E18B30B3-2A85-42CD-984E-FC4E4BA85442}" type="pres">
      <dgm:prSet presAssocID="{FC62CFF9-B07B-4BFE-B96E-05B59DE7C1BB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1A03DA9C-407A-4C87-B59B-A5A458F9D2A5}" type="pres">
      <dgm:prSet presAssocID="{849AD1D8-D962-4BFE-B797-DF3CE955DED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DE97B9-8999-48DC-B680-FB86B7FFD39A}" type="presOf" srcId="{7400D4CA-8012-4090-A372-688901B652CF}" destId="{517E5C41-2B90-4C83-89C9-BFE0301C7FF4}" srcOrd="0" destOrd="0" presId="urn:microsoft.com/office/officeart/2005/8/layout/process1"/>
    <dgm:cxn modelId="{A5B2CDEA-F0C5-4615-BEF2-9F6B58D811A6}" type="presOf" srcId="{445DF002-78F3-4A94-B9CD-0AF53D59B61C}" destId="{54757CA0-74AC-4B05-9509-262743F7D4E5}" srcOrd="0" destOrd="0" presId="urn:microsoft.com/office/officeart/2005/8/layout/process1"/>
    <dgm:cxn modelId="{AE7611E5-9E69-4AA4-BA36-F86526BFBA03}" type="presOf" srcId="{849AD1D8-D962-4BFE-B797-DF3CE955DEDB}" destId="{1A03DA9C-407A-4C87-B59B-A5A458F9D2A5}" srcOrd="0" destOrd="0" presId="urn:microsoft.com/office/officeart/2005/8/layout/process1"/>
    <dgm:cxn modelId="{0977C94C-DDB0-4999-85F2-875B81A85DC6}" type="presOf" srcId="{FC62CFF9-B07B-4BFE-B96E-05B59DE7C1BB}" destId="{E18B30B3-2A85-42CD-984E-FC4E4BA85442}" srcOrd="1" destOrd="0" presId="urn:microsoft.com/office/officeart/2005/8/layout/process1"/>
    <dgm:cxn modelId="{63278AF8-EEBA-458F-99D4-E75907912D54}" srcId="{7400D4CA-8012-4090-A372-688901B652CF}" destId="{445DF002-78F3-4A94-B9CD-0AF53D59B61C}" srcOrd="0" destOrd="0" parTransId="{D37F9809-2911-47B7-B4E5-9C24C0CFC35A}" sibTransId="{FC62CFF9-B07B-4BFE-B96E-05B59DE7C1BB}"/>
    <dgm:cxn modelId="{619AC0DA-1C42-4DCD-92FA-4C147E27BDCD}" type="presOf" srcId="{FC62CFF9-B07B-4BFE-B96E-05B59DE7C1BB}" destId="{A5300A8F-DEBA-417D-A046-993EB276073D}" srcOrd="0" destOrd="0" presId="urn:microsoft.com/office/officeart/2005/8/layout/process1"/>
    <dgm:cxn modelId="{045AAACE-8D5C-46AC-A9FB-95A3562206B6}" srcId="{7400D4CA-8012-4090-A372-688901B652CF}" destId="{849AD1D8-D962-4BFE-B797-DF3CE955DEDB}" srcOrd="1" destOrd="0" parTransId="{3E8F6372-82CE-4EC5-8DD9-A60CB08C1E5E}" sibTransId="{8EE5E265-C342-4191-8B1C-E38576576A13}"/>
    <dgm:cxn modelId="{474C8E71-83F2-4523-87C2-E0BF65B38A39}" type="presParOf" srcId="{517E5C41-2B90-4C83-89C9-BFE0301C7FF4}" destId="{54757CA0-74AC-4B05-9509-262743F7D4E5}" srcOrd="0" destOrd="0" presId="urn:microsoft.com/office/officeart/2005/8/layout/process1"/>
    <dgm:cxn modelId="{E5AA7B36-4692-4408-A63B-35213828118D}" type="presParOf" srcId="{517E5C41-2B90-4C83-89C9-BFE0301C7FF4}" destId="{A5300A8F-DEBA-417D-A046-993EB276073D}" srcOrd="1" destOrd="0" presId="urn:microsoft.com/office/officeart/2005/8/layout/process1"/>
    <dgm:cxn modelId="{EF4FA77C-073B-4B6E-80AF-4FB9A278AAE4}" type="presParOf" srcId="{A5300A8F-DEBA-417D-A046-993EB276073D}" destId="{E18B30B3-2A85-42CD-984E-FC4E4BA85442}" srcOrd="0" destOrd="0" presId="urn:microsoft.com/office/officeart/2005/8/layout/process1"/>
    <dgm:cxn modelId="{8EB0B4D4-D041-4AAC-AF83-73AFE5C618DB}" type="presParOf" srcId="{517E5C41-2B90-4C83-89C9-BFE0301C7FF4}" destId="{1A03DA9C-407A-4C87-B59B-A5A458F9D2A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4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400D4CA-8012-4090-A372-688901B652CF}" type="doc">
      <dgm:prSet loTypeId="urn:microsoft.com/office/officeart/2005/8/layout/process1" loCatId="process" qsTypeId="urn:microsoft.com/office/officeart/2005/8/quickstyle/3d3" qsCatId="3D" csTypeId="urn:microsoft.com/office/officeart/2005/8/colors/accent0_3" csCatId="mainScheme" phldr="1"/>
      <dgm:spPr/>
    </dgm:pt>
    <dgm:pt modelId="{445DF002-78F3-4A94-B9CD-0AF53D59B61C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 smtClean="0"/>
            <a:t>input</a:t>
          </a:r>
          <a:endParaRPr lang="en-US" dirty="0"/>
        </a:p>
      </dgm:t>
    </dgm:pt>
    <dgm:pt modelId="{D37F9809-2911-47B7-B4E5-9C24C0CFC35A}" type="parTrans" cxnId="{63278AF8-EEBA-458F-99D4-E75907912D54}">
      <dgm:prSet/>
      <dgm:spPr/>
      <dgm:t>
        <a:bodyPr/>
        <a:lstStyle/>
        <a:p>
          <a:endParaRPr lang="en-US"/>
        </a:p>
      </dgm:t>
    </dgm:pt>
    <dgm:pt modelId="{FC62CFF9-B07B-4BFE-B96E-05B59DE7C1BB}" type="sibTrans" cxnId="{63278AF8-EEBA-458F-99D4-E75907912D54}">
      <dgm:prSet/>
      <dgm:spPr/>
      <dgm:t>
        <a:bodyPr/>
        <a:lstStyle/>
        <a:p>
          <a:endParaRPr lang="en-US"/>
        </a:p>
      </dgm:t>
    </dgm:pt>
    <dgm:pt modelId="{849AD1D8-D962-4BFE-B797-DF3CE955DEDB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ar-EG" dirty="0" smtClean="0"/>
            <a:t>ادخل</a:t>
          </a:r>
        </a:p>
      </dgm:t>
    </dgm:pt>
    <dgm:pt modelId="{3E8F6372-82CE-4EC5-8DD9-A60CB08C1E5E}" type="parTrans" cxnId="{045AAACE-8D5C-46AC-A9FB-95A3562206B6}">
      <dgm:prSet/>
      <dgm:spPr/>
      <dgm:t>
        <a:bodyPr/>
        <a:lstStyle/>
        <a:p>
          <a:endParaRPr lang="en-US"/>
        </a:p>
      </dgm:t>
    </dgm:pt>
    <dgm:pt modelId="{8EE5E265-C342-4191-8B1C-E38576576A13}" type="sibTrans" cxnId="{045AAACE-8D5C-46AC-A9FB-95A3562206B6}">
      <dgm:prSet/>
      <dgm:spPr/>
      <dgm:t>
        <a:bodyPr/>
        <a:lstStyle/>
        <a:p>
          <a:endParaRPr lang="en-US"/>
        </a:p>
      </dgm:t>
    </dgm:pt>
    <dgm:pt modelId="{517E5C41-2B90-4C83-89C9-BFE0301C7FF4}" type="pres">
      <dgm:prSet presAssocID="{7400D4CA-8012-4090-A372-688901B652CF}" presName="Name0" presStyleCnt="0">
        <dgm:presLayoutVars>
          <dgm:dir/>
          <dgm:resizeHandles val="exact"/>
        </dgm:presLayoutVars>
      </dgm:prSet>
      <dgm:spPr/>
    </dgm:pt>
    <dgm:pt modelId="{54757CA0-74AC-4B05-9509-262743F7D4E5}" type="pres">
      <dgm:prSet presAssocID="{445DF002-78F3-4A94-B9CD-0AF53D59B61C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300A8F-DEBA-417D-A046-993EB276073D}" type="pres">
      <dgm:prSet presAssocID="{FC62CFF9-B07B-4BFE-B96E-05B59DE7C1BB}" presName="sibTrans" presStyleLbl="sibTrans2D1" presStyleIdx="0" presStyleCnt="1"/>
      <dgm:spPr/>
      <dgm:t>
        <a:bodyPr/>
        <a:lstStyle/>
        <a:p>
          <a:endParaRPr lang="en-US"/>
        </a:p>
      </dgm:t>
    </dgm:pt>
    <dgm:pt modelId="{E18B30B3-2A85-42CD-984E-FC4E4BA85442}" type="pres">
      <dgm:prSet presAssocID="{FC62CFF9-B07B-4BFE-B96E-05B59DE7C1BB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1A03DA9C-407A-4C87-B59B-A5A458F9D2A5}" type="pres">
      <dgm:prSet presAssocID="{849AD1D8-D962-4BFE-B797-DF3CE955DED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DE97B9-8999-48DC-B680-FB86B7FFD39A}" type="presOf" srcId="{7400D4CA-8012-4090-A372-688901B652CF}" destId="{517E5C41-2B90-4C83-89C9-BFE0301C7FF4}" srcOrd="0" destOrd="0" presId="urn:microsoft.com/office/officeart/2005/8/layout/process1"/>
    <dgm:cxn modelId="{A5B2CDEA-F0C5-4615-BEF2-9F6B58D811A6}" type="presOf" srcId="{445DF002-78F3-4A94-B9CD-0AF53D59B61C}" destId="{54757CA0-74AC-4B05-9509-262743F7D4E5}" srcOrd="0" destOrd="0" presId="urn:microsoft.com/office/officeart/2005/8/layout/process1"/>
    <dgm:cxn modelId="{AE7611E5-9E69-4AA4-BA36-F86526BFBA03}" type="presOf" srcId="{849AD1D8-D962-4BFE-B797-DF3CE955DEDB}" destId="{1A03DA9C-407A-4C87-B59B-A5A458F9D2A5}" srcOrd="0" destOrd="0" presId="urn:microsoft.com/office/officeart/2005/8/layout/process1"/>
    <dgm:cxn modelId="{0977C94C-DDB0-4999-85F2-875B81A85DC6}" type="presOf" srcId="{FC62CFF9-B07B-4BFE-B96E-05B59DE7C1BB}" destId="{E18B30B3-2A85-42CD-984E-FC4E4BA85442}" srcOrd="1" destOrd="0" presId="urn:microsoft.com/office/officeart/2005/8/layout/process1"/>
    <dgm:cxn modelId="{63278AF8-EEBA-458F-99D4-E75907912D54}" srcId="{7400D4CA-8012-4090-A372-688901B652CF}" destId="{445DF002-78F3-4A94-B9CD-0AF53D59B61C}" srcOrd="0" destOrd="0" parTransId="{D37F9809-2911-47B7-B4E5-9C24C0CFC35A}" sibTransId="{FC62CFF9-B07B-4BFE-B96E-05B59DE7C1BB}"/>
    <dgm:cxn modelId="{619AC0DA-1C42-4DCD-92FA-4C147E27BDCD}" type="presOf" srcId="{FC62CFF9-B07B-4BFE-B96E-05B59DE7C1BB}" destId="{A5300A8F-DEBA-417D-A046-993EB276073D}" srcOrd="0" destOrd="0" presId="urn:microsoft.com/office/officeart/2005/8/layout/process1"/>
    <dgm:cxn modelId="{045AAACE-8D5C-46AC-A9FB-95A3562206B6}" srcId="{7400D4CA-8012-4090-A372-688901B652CF}" destId="{849AD1D8-D962-4BFE-B797-DF3CE955DEDB}" srcOrd="1" destOrd="0" parTransId="{3E8F6372-82CE-4EC5-8DD9-A60CB08C1E5E}" sibTransId="{8EE5E265-C342-4191-8B1C-E38576576A13}"/>
    <dgm:cxn modelId="{474C8E71-83F2-4523-87C2-E0BF65B38A39}" type="presParOf" srcId="{517E5C41-2B90-4C83-89C9-BFE0301C7FF4}" destId="{54757CA0-74AC-4B05-9509-262743F7D4E5}" srcOrd="0" destOrd="0" presId="urn:microsoft.com/office/officeart/2005/8/layout/process1"/>
    <dgm:cxn modelId="{E5AA7B36-4692-4408-A63B-35213828118D}" type="presParOf" srcId="{517E5C41-2B90-4C83-89C9-BFE0301C7FF4}" destId="{A5300A8F-DEBA-417D-A046-993EB276073D}" srcOrd="1" destOrd="0" presId="urn:microsoft.com/office/officeart/2005/8/layout/process1"/>
    <dgm:cxn modelId="{EF4FA77C-073B-4B6E-80AF-4FB9A278AAE4}" type="presParOf" srcId="{A5300A8F-DEBA-417D-A046-993EB276073D}" destId="{E18B30B3-2A85-42CD-984E-FC4E4BA85442}" srcOrd="0" destOrd="0" presId="urn:microsoft.com/office/officeart/2005/8/layout/process1"/>
    <dgm:cxn modelId="{8EB0B4D4-D041-4AAC-AF83-73AFE5C618DB}" type="presParOf" srcId="{517E5C41-2B90-4C83-89C9-BFE0301C7FF4}" destId="{1A03DA9C-407A-4C87-B59B-A5A458F9D2A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C730525-5B9F-476D-95E5-833EDE21C375}" type="doc">
      <dgm:prSet loTypeId="urn:microsoft.com/office/officeart/2005/8/layout/chevron2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EAAAE1-9755-4D30-8EAE-54BDD16993F1}">
      <dgm:prSet phldrT="[Text]" custT="1"/>
      <dgm:spPr/>
      <dgm:t>
        <a:bodyPr/>
        <a:lstStyle/>
        <a:p>
          <a:pPr algn="ctr" rtl="1"/>
          <a:r>
            <a:rPr lang="ar-EG" sz="1400" dirty="0" smtClean="0"/>
            <a:t>البحث ب </a:t>
          </a:r>
          <a:r>
            <a:rPr lang="en-US" sz="1400" dirty="0" smtClean="0"/>
            <a:t>Regex</a:t>
          </a:r>
          <a:r>
            <a:rPr lang="ar-EG" sz="1400" dirty="0" smtClean="0"/>
            <a:t> </a:t>
          </a:r>
          <a:endParaRPr lang="en-US" sz="1400" dirty="0"/>
        </a:p>
      </dgm:t>
    </dgm:pt>
    <dgm:pt modelId="{0D983D43-004B-4478-BA26-68D95676C24D}" type="parTrans" cxnId="{B8F0C82E-4365-4C39-AC08-3167B8FCD300}">
      <dgm:prSet/>
      <dgm:spPr/>
      <dgm:t>
        <a:bodyPr/>
        <a:lstStyle/>
        <a:p>
          <a:endParaRPr lang="en-US"/>
        </a:p>
      </dgm:t>
    </dgm:pt>
    <dgm:pt modelId="{20AFAEF4-E85C-4CA3-B40D-CB79909ED55A}" type="sibTrans" cxnId="{B8F0C82E-4365-4C39-AC08-3167B8FCD300}">
      <dgm:prSet/>
      <dgm:spPr/>
      <dgm:t>
        <a:bodyPr/>
        <a:lstStyle/>
        <a:p>
          <a:endParaRPr lang="en-US"/>
        </a:p>
      </dgm:t>
    </dgm:pt>
    <dgm:pt modelId="{02CA08C5-C652-4509-855E-522041F5F56A}">
      <dgm:prSet phldrT="[Text]"/>
      <dgm:spPr/>
      <dgm:t>
        <a:bodyPr/>
        <a:lstStyle/>
        <a:p>
          <a:r>
            <a:rPr lang="ar-EG" dirty="0" smtClean="0"/>
            <a:t>الخطأ</a:t>
          </a:r>
          <a:endParaRPr lang="en-US" dirty="0"/>
        </a:p>
      </dgm:t>
    </dgm:pt>
    <dgm:pt modelId="{66FBD1F1-363B-4628-8065-A1092862D37E}" type="parTrans" cxnId="{D51838C6-5795-484A-BE39-A0D55DDEF46C}">
      <dgm:prSet/>
      <dgm:spPr/>
      <dgm:t>
        <a:bodyPr/>
        <a:lstStyle/>
        <a:p>
          <a:endParaRPr lang="en-US"/>
        </a:p>
      </dgm:t>
    </dgm:pt>
    <dgm:pt modelId="{EA1CDFFC-EF22-4523-9874-4227E8A6D2D6}" type="sibTrans" cxnId="{D51838C6-5795-484A-BE39-A0D55DDEF46C}">
      <dgm:prSet/>
      <dgm:spPr/>
      <dgm:t>
        <a:bodyPr/>
        <a:lstStyle/>
        <a:p>
          <a:endParaRPr lang="en-US"/>
        </a:p>
      </dgm:t>
    </dgm:pt>
    <dgm:pt modelId="{6E0511FF-E2E0-4449-8313-6AB31205911A}">
      <dgm:prSet phldrT="[Text]" custT="1"/>
      <dgm:spPr/>
      <dgm:t>
        <a:bodyPr/>
        <a:lstStyle/>
        <a:p>
          <a:r>
            <a:rPr lang="ar-EG" sz="1600" dirty="0" smtClean="0"/>
            <a:t> حفظ ال </a:t>
          </a:r>
          <a:r>
            <a:rPr lang="en-US" sz="1600" dirty="0" smtClean="0"/>
            <a:t>token</a:t>
          </a:r>
          <a:endParaRPr lang="en-US" sz="1600" dirty="0"/>
        </a:p>
      </dgm:t>
    </dgm:pt>
    <dgm:pt modelId="{D3E50AD1-D092-4AA4-A44F-0BAED5C654B4}" type="parTrans" cxnId="{B2944527-E52B-49C9-B843-E982CC415469}">
      <dgm:prSet/>
      <dgm:spPr/>
      <dgm:t>
        <a:bodyPr/>
        <a:lstStyle/>
        <a:p>
          <a:endParaRPr lang="en-US"/>
        </a:p>
      </dgm:t>
    </dgm:pt>
    <dgm:pt modelId="{0131D26E-E6DA-4FD2-8B37-9F6DDC4FD37D}" type="sibTrans" cxnId="{B2944527-E52B-49C9-B843-E982CC415469}">
      <dgm:prSet/>
      <dgm:spPr/>
      <dgm:t>
        <a:bodyPr/>
        <a:lstStyle/>
        <a:p>
          <a:endParaRPr lang="en-US"/>
        </a:p>
      </dgm:t>
    </dgm:pt>
    <dgm:pt modelId="{8A75691C-6CBB-490A-9A1F-6A987BD0B72D}">
      <dgm:prSet phldrT="[Text]" custT="1"/>
      <dgm:spPr/>
      <dgm:t>
        <a:bodyPr/>
        <a:lstStyle/>
        <a:p>
          <a:pPr algn="ctr" rtl="1"/>
          <a:r>
            <a:rPr lang="ar-EG" sz="1400" dirty="0" smtClean="0"/>
            <a:t>التجاهل</a:t>
          </a:r>
          <a:endParaRPr lang="en-US" sz="1400" dirty="0"/>
        </a:p>
      </dgm:t>
    </dgm:pt>
    <dgm:pt modelId="{42E3A8C6-DCE2-458A-894C-A7D9AAB89DD8}" type="parTrans" cxnId="{2E9F0D15-D991-4B46-831F-3C66F28D3ACC}">
      <dgm:prSet/>
      <dgm:spPr/>
      <dgm:t>
        <a:bodyPr/>
        <a:lstStyle/>
        <a:p>
          <a:endParaRPr lang="en-US"/>
        </a:p>
      </dgm:t>
    </dgm:pt>
    <dgm:pt modelId="{D98B52B9-4AB3-42C5-B54A-431DA585BCC2}" type="sibTrans" cxnId="{2E9F0D15-D991-4B46-831F-3C66F28D3ACC}">
      <dgm:prSet/>
      <dgm:spPr/>
      <dgm:t>
        <a:bodyPr/>
        <a:lstStyle/>
        <a:p>
          <a:endParaRPr lang="en-US"/>
        </a:p>
      </dgm:t>
    </dgm:pt>
    <dgm:pt modelId="{6ECB1B0D-EE6C-4D6A-B77C-230881F8B671}">
      <dgm:prSet custT="1"/>
      <dgm:spPr/>
      <dgm:t>
        <a:bodyPr/>
        <a:lstStyle/>
        <a:p>
          <a:pPr algn="r" rtl="1"/>
          <a:r>
            <a:rPr lang="ar-EG" sz="1600" dirty="0" smtClean="0"/>
            <a:t>نقوم بالبحث داخل الكود باستخدام ال </a:t>
          </a:r>
          <a:r>
            <a:rPr lang="en-US" sz="1600" dirty="0" smtClean="0"/>
            <a:t>regular expressions</a:t>
          </a:r>
          <a:r>
            <a:rPr lang="ar-EG" sz="1600" dirty="0" smtClean="0"/>
            <a:t> الموجودة في </a:t>
          </a:r>
          <a:r>
            <a:rPr lang="en-US" sz="1600" dirty="0" err="1" smtClean="0"/>
            <a:t>master_pattern</a:t>
          </a:r>
          <a:r>
            <a:rPr lang="en-US" sz="1600" dirty="0" smtClean="0"/>
            <a:t> </a:t>
          </a:r>
          <a:r>
            <a:rPr lang="ar-EG" sz="1600" dirty="0" smtClean="0"/>
            <a:t> بحيث يتم تخزين كل تطابق</a:t>
          </a:r>
          <a:endParaRPr lang="en-US" sz="1600" dirty="0"/>
        </a:p>
      </dgm:t>
    </dgm:pt>
    <dgm:pt modelId="{B574901D-4792-4D94-A897-4DBABF736866}" type="parTrans" cxnId="{9DE4BDA6-F2E6-40EF-87F4-5828C92DC4FE}">
      <dgm:prSet/>
      <dgm:spPr/>
      <dgm:t>
        <a:bodyPr/>
        <a:lstStyle/>
        <a:p>
          <a:endParaRPr lang="en-US"/>
        </a:p>
      </dgm:t>
    </dgm:pt>
    <dgm:pt modelId="{9EB22DAD-2C78-4F45-B468-138C18CEE41E}" type="sibTrans" cxnId="{9DE4BDA6-F2E6-40EF-87F4-5828C92DC4FE}">
      <dgm:prSet/>
      <dgm:spPr/>
      <dgm:t>
        <a:bodyPr/>
        <a:lstStyle/>
        <a:p>
          <a:endParaRPr lang="en-US"/>
        </a:p>
      </dgm:t>
    </dgm:pt>
    <dgm:pt modelId="{BA38B2BD-5307-468A-8F5C-ED672ADED562}">
      <dgm:prSet custT="1"/>
      <dgm:spPr/>
      <dgm:t>
        <a:bodyPr/>
        <a:lstStyle/>
        <a:p>
          <a:pPr algn="r" rtl="1"/>
          <a:r>
            <a:rPr lang="ar-EG" sz="1600" dirty="0" smtClean="0"/>
            <a:t>يتم تجاهله اذا كان سطر فارغ او تعليق </a:t>
          </a:r>
          <a:endParaRPr lang="en-US" sz="1600" dirty="0"/>
        </a:p>
      </dgm:t>
    </dgm:pt>
    <dgm:pt modelId="{8FEAB0D5-3547-4E90-BFD1-2D1811ABA1AC}" type="parTrans" cxnId="{2A063835-6491-4D77-A91C-EAAA4A27151A}">
      <dgm:prSet/>
      <dgm:spPr/>
      <dgm:t>
        <a:bodyPr/>
        <a:lstStyle/>
        <a:p>
          <a:endParaRPr lang="en-US"/>
        </a:p>
      </dgm:t>
    </dgm:pt>
    <dgm:pt modelId="{662FDDD7-6A2C-49BB-BF34-21A5AD5CAE8D}" type="sibTrans" cxnId="{2A063835-6491-4D77-A91C-EAAA4A27151A}">
      <dgm:prSet/>
      <dgm:spPr/>
      <dgm:t>
        <a:bodyPr/>
        <a:lstStyle/>
        <a:p>
          <a:endParaRPr lang="en-US"/>
        </a:p>
      </dgm:t>
    </dgm:pt>
    <dgm:pt modelId="{585F53EB-2421-4E4A-B3DF-5F97FDC9123E}">
      <dgm:prSet custT="1"/>
      <dgm:spPr/>
      <dgm:t>
        <a:bodyPr/>
        <a:lstStyle/>
        <a:p>
          <a:pPr rtl="1"/>
          <a:r>
            <a:rPr lang="ar-EG" sz="1600" dirty="0" smtClean="0"/>
            <a:t>اذا كان نوع غير متعارف عليه يوقف البرنامج ويظهر رسالة خطا</a:t>
          </a:r>
          <a:endParaRPr lang="en-US" sz="1600" dirty="0"/>
        </a:p>
      </dgm:t>
    </dgm:pt>
    <dgm:pt modelId="{B62895ED-45FD-4089-BED8-6B276F6AFDF1}" type="parTrans" cxnId="{CD053EF2-7EAD-40ED-93A2-F04F646929D4}">
      <dgm:prSet/>
      <dgm:spPr/>
      <dgm:t>
        <a:bodyPr/>
        <a:lstStyle/>
        <a:p>
          <a:endParaRPr lang="en-US"/>
        </a:p>
      </dgm:t>
    </dgm:pt>
    <dgm:pt modelId="{50206E1E-7F6A-43E3-811D-CAE152D05ADB}" type="sibTrans" cxnId="{CD053EF2-7EAD-40ED-93A2-F04F646929D4}">
      <dgm:prSet/>
      <dgm:spPr/>
      <dgm:t>
        <a:bodyPr/>
        <a:lstStyle/>
        <a:p>
          <a:endParaRPr lang="en-US"/>
        </a:p>
      </dgm:t>
    </dgm:pt>
    <dgm:pt modelId="{BFF94491-4E40-40D5-8303-A7C363D083DB}">
      <dgm:prSet custT="1"/>
      <dgm:spPr/>
      <dgm:t>
        <a:bodyPr/>
        <a:lstStyle/>
        <a:p>
          <a:pPr algn="r" rtl="1"/>
          <a:r>
            <a:rPr lang="ar-EG" sz="1600" dirty="0" smtClean="0"/>
            <a:t>كل رمز صحيح يحفظ مع نوعه وقيمته وموقعه</a:t>
          </a:r>
          <a:endParaRPr lang="en-US" sz="1600" dirty="0"/>
        </a:p>
      </dgm:t>
    </dgm:pt>
    <dgm:pt modelId="{C9F42740-BF05-4682-8498-885EB1657B1C}" type="parTrans" cxnId="{A533AFE1-3FFE-4B91-B9C1-24DD063CDD3A}">
      <dgm:prSet/>
      <dgm:spPr/>
      <dgm:t>
        <a:bodyPr/>
        <a:lstStyle/>
        <a:p>
          <a:endParaRPr lang="en-US"/>
        </a:p>
      </dgm:t>
    </dgm:pt>
    <dgm:pt modelId="{96921D5C-6813-446D-ADB2-22D560EF9AED}" type="sibTrans" cxnId="{A533AFE1-3FFE-4B91-B9C1-24DD063CDD3A}">
      <dgm:prSet/>
      <dgm:spPr/>
      <dgm:t>
        <a:bodyPr/>
        <a:lstStyle/>
        <a:p>
          <a:endParaRPr lang="en-US"/>
        </a:p>
      </dgm:t>
    </dgm:pt>
    <dgm:pt modelId="{9DCC2D12-1D04-4399-983B-7F2B4BE580D9}" type="pres">
      <dgm:prSet presAssocID="{8C730525-5B9F-476D-95E5-833EDE21C375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DF99C9A-40E0-49EF-A2C1-6EBCF6D8AD85}" type="pres">
      <dgm:prSet presAssocID="{09EAAAE1-9755-4D30-8EAE-54BDD16993F1}" presName="composite" presStyleCnt="0"/>
      <dgm:spPr/>
    </dgm:pt>
    <dgm:pt modelId="{1CD46F9D-08E0-424F-B7C1-F6A52646ADA8}" type="pres">
      <dgm:prSet presAssocID="{09EAAAE1-9755-4D30-8EAE-54BDD16993F1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D1BAE-34A7-4C31-AFED-6CF67109F03A}" type="pres">
      <dgm:prSet presAssocID="{09EAAAE1-9755-4D30-8EAE-54BDD16993F1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6C2E22-0BE0-426F-9AE6-93D1D06561E8}" type="pres">
      <dgm:prSet presAssocID="{20AFAEF4-E85C-4CA3-B40D-CB79909ED55A}" presName="sp" presStyleCnt="0"/>
      <dgm:spPr/>
    </dgm:pt>
    <dgm:pt modelId="{186347F7-0B4D-4604-A650-13001F6AE561}" type="pres">
      <dgm:prSet presAssocID="{8A75691C-6CBB-490A-9A1F-6A987BD0B72D}" presName="composite" presStyleCnt="0"/>
      <dgm:spPr/>
    </dgm:pt>
    <dgm:pt modelId="{77843336-110F-40DE-81F9-29F1FDA34182}" type="pres">
      <dgm:prSet presAssocID="{8A75691C-6CBB-490A-9A1F-6A987BD0B72D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7C11A1-FF74-4729-ADF2-418701EBA4C3}" type="pres">
      <dgm:prSet presAssocID="{8A75691C-6CBB-490A-9A1F-6A987BD0B72D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D738C3-000A-40D8-9D3F-075121F9152C}" type="pres">
      <dgm:prSet presAssocID="{D98B52B9-4AB3-42C5-B54A-431DA585BCC2}" presName="sp" presStyleCnt="0"/>
      <dgm:spPr/>
    </dgm:pt>
    <dgm:pt modelId="{F468953E-3314-4133-AEB1-B40D8BC5A8A0}" type="pres">
      <dgm:prSet presAssocID="{02CA08C5-C652-4509-855E-522041F5F56A}" presName="composite" presStyleCnt="0"/>
      <dgm:spPr/>
    </dgm:pt>
    <dgm:pt modelId="{A9FACCDB-E97A-47F7-B4C8-0D927E964983}" type="pres">
      <dgm:prSet presAssocID="{02CA08C5-C652-4509-855E-522041F5F56A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0F5A64-6C14-4221-8E40-675E8F73E65E}" type="pres">
      <dgm:prSet presAssocID="{02CA08C5-C652-4509-855E-522041F5F56A}" presName="descendantText" presStyleLbl="alignAcc1" presStyleIdx="2" presStyleCnt="4" custLinFactNeighborX="178" custLinFactNeighborY="-120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4ADE1-A62E-4C71-85E9-642FB522A630}" type="pres">
      <dgm:prSet presAssocID="{EA1CDFFC-EF22-4523-9874-4227E8A6D2D6}" presName="sp" presStyleCnt="0"/>
      <dgm:spPr/>
    </dgm:pt>
    <dgm:pt modelId="{124113AB-9E2E-463A-A1D7-274EDAB0CB9D}" type="pres">
      <dgm:prSet presAssocID="{6E0511FF-E2E0-4449-8313-6AB31205911A}" presName="composite" presStyleCnt="0"/>
      <dgm:spPr/>
    </dgm:pt>
    <dgm:pt modelId="{CD2FF73F-F9DF-4405-8DC4-060B17D81868}" type="pres">
      <dgm:prSet presAssocID="{6E0511FF-E2E0-4449-8313-6AB31205911A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A46131-BA17-4B8A-AB94-933A51493642}" type="pres">
      <dgm:prSet presAssocID="{6E0511FF-E2E0-4449-8313-6AB31205911A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DE4BDA6-F2E6-40EF-87F4-5828C92DC4FE}" srcId="{09EAAAE1-9755-4D30-8EAE-54BDD16993F1}" destId="{6ECB1B0D-EE6C-4D6A-B77C-230881F8B671}" srcOrd="0" destOrd="0" parTransId="{B574901D-4792-4D94-A897-4DBABF736866}" sibTransId="{9EB22DAD-2C78-4F45-B468-138C18CEE41E}"/>
    <dgm:cxn modelId="{3446071F-0836-4641-A8DE-6868171ACC11}" type="presOf" srcId="{02CA08C5-C652-4509-855E-522041F5F56A}" destId="{A9FACCDB-E97A-47F7-B4C8-0D927E964983}" srcOrd="0" destOrd="0" presId="urn:microsoft.com/office/officeart/2005/8/layout/chevron2"/>
    <dgm:cxn modelId="{F2B5B52F-F38B-4B7E-8AD9-C0E8FBF429D9}" type="presOf" srcId="{8C730525-5B9F-476D-95E5-833EDE21C375}" destId="{9DCC2D12-1D04-4399-983B-7F2B4BE580D9}" srcOrd="0" destOrd="0" presId="urn:microsoft.com/office/officeart/2005/8/layout/chevron2"/>
    <dgm:cxn modelId="{D51838C6-5795-484A-BE39-A0D55DDEF46C}" srcId="{8C730525-5B9F-476D-95E5-833EDE21C375}" destId="{02CA08C5-C652-4509-855E-522041F5F56A}" srcOrd="2" destOrd="0" parTransId="{66FBD1F1-363B-4628-8065-A1092862D37E}" sibTransId="{EA1CDFFC-EF22-4523-9874-4227E8A6D2D6}"/>
    <dgm:cxn modelId="{ED89FE68-C0BF-43D6-81F3-7E69A528DA7D}" type="presOf" srcId="{8A75691C-6CBB-490A-9A1F-6A987BD0B72D}" destId="{77843336-110F-40DE-81F9-29F1FDA34182}" srcOrd="0" destOrd="0" presId="urn:microsoft.com/office/officeart/2005/8/layout/chevron2"/>
    <dgm:cxn modelId="{2E9F0D15-D991-4B46-831F-3C66F28D3ACC}" srcId="{8C730525-5B9F-476D-95E5-833EDE21C375}" destId="{8A75691C-6CBB-490A-9A1F-6A987BD0B72D}" srcOrd="1" destOrd="0" parTransId="{42E3A8C6-DCE2-458A-894C-A7D9AAB89DD8}" sibTransId="{D98B52B9-4AB3-42C5-B54A-431DA585BCC2}"/>
    <dgm:cxn modelId="{3C195CDD-5AB5-4892-8E01-F92550DA9C64}" type="presOf" srcId="{BA38B2BD-5307-468A-8F5C-ED672ADED562}" destId="{9E7C11A1-FF74-4729-ADF2-418701EBA4C3}" srcOrd="0" destOrd="0" presId="urn:microsoft.com/office/officeart/2005/8/layout/chevron2"/>
    <dgm:cxn modelId="{D5E133A5-E336-4947-80FE-4A2B66E1DBD1}" type="presOf" srcId="{BFF94491-4E40-40D5-8303-A7C363D083DB}" destId="{53A46131-BA17-4B8A-AB94-933A51493642}" srcOrd="0" destOrd="0" presId="urn:microsoft.com/office/officeart/2005/8/layout/chevron2"/>
    <dgm:cxn modelId="{5433CB85-722C-4F09-86D6-7A3857D7D8EB}" type="presOf" srcId="{09EAAAE1-9755-4D30-8EAE-54BDD16993F1}" destId="{1CD46F9D-08E0-424F-B7C1-F6A52646ADA8}" srcOrd="0" destOrd="0" presId="urn:microsoft.com/office/officeart/2005/8/layout/chevron2"/>
    <dgm:cxn modelId="{4BA1E430-6993-4499-9FF6-CB98CFD04CDB}" type="presOf" srcId="{6ECB1B0D-EE6C-4D6A-B77C-230881F8B671}" destId="{CDFD1BAE-34A7-4C31-AFED-6CF67109F03A}" srcOrd="0" destOrd="0" presId="urn:microsoft.com/office/officeart/2005/8/layout/chevron2"/>
    <dgm:cxn modelId="{23BFC7A1-4FD8-4531-9CBC-0DF4CE36BFD0}" type="presOf" srcId="{585F53EB-2421-4E4A-B3DF-5F97FDC9123E}" destId="{960F5A64-6C14-4221-8E40-675E8F73E65E}" srcOrd="0" destOrd="0" presId="urn:microsoft.com/office/officeart/2005/8/layout/chevron2"/>
    <dgm:cxn modelId="{2E8F44BA-0352-4C9C-8D64-7C3FE541ED1C}" type="presOf" srcId="{6E0511FF-E2E0-4449-8313-6AB31205911A}" destId="{CD2FF73F-F9DF-4405-8DC4-060B17D81868}" srcOrd="0" destOrd="0" presId="urn:microsoft.com/office/officeart/2005/8/layout/chevron2"/>
    <dgm:cxn modelId="{B8F0C82E-4365-4C39-AC08-3167B8FCD300}" srcId="{8C730525-5B9F-476D-95E5-833EDE21C375}" destId="{09EAAAE1-9755-4D30-8EAE-54BDD16993F1}" srcOrd="0" destOrd="0" parTransId="{0D983D43-004B-4478-BA26-68D95676C24D}" sibTransId="{20AFAEF4-E85C-4CA3-B40D-CB79909ED55A}"/>
    <dgm:cxn modelId="{B2944527-E52B-49C9-B843-E982CC415469}" srcId="{8C730525-5B9F-476D-95E5-833EDE21C375}" destId="{6E0511FF-E2E0-4449-8313-6AB31205911A}" srcOrd="3" destOrd="0" parTransId="{D3E50AD1-D092-4AA4-A44F-0BAED5C654B4}" sibTransId="{0131D26E-E6DA-4FD2-8B37-9F6DDC4FD37D}"/>
    <dgm:cxn modelId="{A533AFE1-3FFE-4B91-B9C1-24DD063CDD3A}" srcId="{6E0511FF-E2E0-4449-8313-6AB31205911A}" destId="{BFF94491-4E40-40D5-8303-A7C363D083DB}" srcOrd="0" destOrd="0" parTransId="{C9F42740-BF05-4682-8498-885EB1657B1C}" sibTransId="{96921D5C-6813-446D-ADB2-22D560EF9AED}"/>
    <dgm:cxn modelId="{2A063835-6491-4D77-A91C-EAAA4A27151A}" srcId="{8A75691C-6CBB-490A-9A1F-6A987BD0B72D}" destId="{BA38B2BD-5307-468A-8F5C-ED672ADED562}" srcOrd="0" destOrd="0" parTransId="{8FEAB0D5-3547-4E90-BFD1-2D1811ABA1AC}" sibTransId="{662FDDD7-6A2C-49BB-BF34-21A5AD5CAE8D}"/>
    <dgm:cxn modelId="{CD053EF2-7EAD-40ED-93A2-F04F646929D4}" srcId="{02CA08C5-C652-4509-855E-522041F5F56A}" destId="{585F53EB-2421-4E4A-B3DF-5F97FDC9123E}" srcOrd="0" destOrd="0" parTransId="{B62895ED-45FD-4089-BED8-6B276F6AFDF1}" sibTransId="{50206E1E-7F6A-43E3-811D-CAE152D05ADB}"/>
    <dgm:cxn modelId="{5B47304E-7887-4F9D-B2CD-5B6F287F6269}" type="presParOf" srcId="{9DCC2D12-1D04-4399-983B-7F2B4BE580D9}" destId="{5DF99C9A-40E0-49EF-A2C1-6EBCF6D8AD85}" srcOrd="0" destOrd="0" presId="urn:microsoft.com/office/officeart/2005/8/layout/chevron2"/>
    <dgm:cxn modelId="{F5C45799-0C13-4135-8CBD-CB865AB00B40}" type="presParOf" srcId="{5DF99C9A-40E0-49EF-A2C1-6EBCF6D8AD85}" destId="{1CD46F9D-08E0-424F-B7C1-F6A52646ADA8}" srcOrd="0" destOrd="0" presId="urn:microsoft.com/office/officeart/2005/8/layout/chevron2"/>
    <dgm:cxn modelId="{A92BF387-B280-4DEE-9941-CE476A55249C}" type="presParOf" srcId="{5DF99C9A-40E0-49EF-A2C1-6EBCF6D8AD85}" destId="{CDFD1BAE-34A7-4C31-AFED-6CF67109F03A}" srcOrd="1" destOrd="0" presId="urn:microsoft.com/office/officeart/2005/8/layout/chevron2"/>
    <dgm:cxn modelId="{1E34DDE8-2A90-4770-9BEF-C9D937E741C0}" type="presParOf" srcId="{9DCC2D12-1D04-4399-983B-7F2B4BE580D9}" destId="{7F6C2E22-0BE0-426F-9AE6-93D1D06561E8}" srcOrd="1" destOrd="0" presId="urn:microsoft.com/office/officeart/2005/8/layout/chevron2"/>
    <dgm:cxn modelId="{5D0CABAF-121F-4347-BB87-E33D173C8112}" type="presParOf" srcId="{9DCC2D12-1D04-4399-983B-7F2B4BE580D9}" destId="{186347F7-0B4D-4604-A650-13001F6AE561}" srcOrd="2" destOrd="0" presId="urn:microsoft.com/office/officeart/2005/8/layout/chevron2"/>
    <dgm:cxn modelId="{6237FAD7-B573-421D-B61D-25EE1BC6F914}" type="presParOf" srcId="{186347F7-0B4D-4604-A650-13001F6AE561}" destId="{77843336-110F-40DE-81F9-29F1FDA34182}" srcOrd="0" destOrd="0" presId="urn:microsoft.com/office/officeart/2005/8/layout/chevron2"/>
    <dgm:cxn modelId="{D995FC7C-4968-478F-9212-0DFC2DC45638}" type="presParOf" srcId="{186347F7-0B4D-4604-A650-13001F6AE561}" destId="{9E7C11A1-FF74-4729-ADF2-418701EBA4C3}" srcOrd="1" destOrd="0" presId="urn:microsoft.com/office/officeart/2005/8/layout/chevron2"/>
    <dgm:cxn modelId="{C831CEEF-2135-4247-B5DA-084B57EDBADA}" type="presParOf" srcId="{9DCC2D12-1D04-4399-983B-7F2B4BE580D9}" destId="{C3D738C3-000A-40D8-9D3F-075121F9152C}" srcOrd="3" destOrd="0" presId="urn:microsoft.com/office/officeart/2005/8/layout/chevron2"/>
    <dgm:cxn modelId="{1F343578-DDE3-4CC2-B9F4-D275A6988BF7}" type="presParOf" srcId="{9DCC2D12-1D04-4399-983B-7F2B4BE580D9}" destId="{F468953E-3314-4133-AEB1-B40D8BC5A8A0}" srcOrd="4" destOrd="0" presId="urn:microsoft.com/office/officeart/2005/8/layout/chevron2"/>
    <dgm:cxn modelId="{13940CFE-7E6C-4325-BF87-501323D4B913}" type="presParOf" srcId="{F468953E-3314-4133-AEB1-B40D8BC5A8A0}" destId="{A9FACCDB-E97A-47F7-B4C8-0D927E964983}" srcOrd="0" destOrd="0" presId="urn:microsoft.com/office/officeart/2005/8/layout/chevron2"/>
    <dgm:cxn modelId="{5FE3C844-AB33-4D62-980C-C53FB30E3494}" type="presParOf" srcId="{F468953E-3314-4133-AEB1-B40D8BC5A8A0}" destId="{960F5A64-6C14-4221-8E40-675E8F73E65E}" srcOrd="1" destOrd="0" presId="urn:microsoft.com/office/officeart/2005/8/layout/chevron2"/>
    <dgm:cxn modelId="{00CF47ED-3185-46C9-82F1-4E6CEE269DE3}" type="presParOf" srcId="{9DCC2D12-1D04-4399-983B-7F2B4BE580D9}" destId="{33D4ADE1-A62E-4C71-85E9-642FB522A630}" srcOrd="5" destOrd="0" presId="urn:microsoft.com/office/officeart/2005/8/layout/chevron2"/>
    <dgm:cxn modelId="{AB798417-796C-4256-AF20-C8E03F4116CE}" type="presParOf" srcId="{9DCC2D12-1D04-4399-983B-7F2B4BE580D9}" destId="{124113AB-9E2E-463A-A1D7-274EDAB0CB9D}" srcOrd="6" destOrd="0" presId="urn:microsoft.com/office/officeart/2005/8/layout/chevron2"/>
    <dgm:cxn modelId="{AA5E77B3-8F7D-458F-B559-F11ABA2247E8}" type="presParOf" srcId="{124113AB-9E2E-463A-A1D7-274EDAB0CB9D}" destId="{CD2FF73F-F9DF-4405-8DC4-060B17D81868}" srcOrd="0" destOrd="0" presId="urn:microsoft.com/office/officeart/2005/8/layout/chevron2"/>
    <dgm:cxn modelId="{6E49EA40-F308-48D2-AFCA-3F2420F32374}" type="presParOf" srcId="{124113AB-9E2E-463A-A1D7-274EDAB0CB9D}" destId="{53A46131-BA17-4B8A-AB94-933A5149364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9AA7993-FF99-45D8-8019-45B8C18C4764}" type="doc">
      <dgm:prSet loTypeId="urn:microsoft.com/office/officeart/2005/8/layout/vProcess5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A6EA6EC-84BD-419C-873C-84182D54EAF7}">
      <dgm:prSet phldrT="[Text]" custT="1"/>
      <dgm:spPr/>
      <dgm:t>
        <a:bodyPr/>
        <a:lstStyle/>
        <a:p>
          <a:pPr algn="r" rtl="1"/>
          <a:r>
            <a:rPr lang="ar-EG" sz="2000" dirty="0" smtClean="0"/>
            <a:t>يستقبل ال</a:t>
          </a:r>
          <a:r>
            <a:rPr lang="en-US" sz="2000" dirty="0" smtClean="0"/>
            <a:t>tokens </a:t>
          </a:r>
          <a:r>
            <a:rPr lang="ar-EG" sz="2000" dirty="0" smtClean="0"/>
            <a:t> من ال </a:t>
          </a:r>
          <a:r>
            <a:rPr lang="en-US" sz="2000" dirty="0" smtClean="0"/>
            <a:t>scanner</a:t>
          </a:r>
          <a:r>
            <a:rPr lang="ar-EG" sz="2000" dirty="0" smtClean="0"/>
            <a:t> </a:t>
          </a:r>
          <a:r>
            <a:rPr lang="en-US" sz="2000" dirty="0" smtClean="0"/>
            <a:t> </a:t>
          </a:r>
          <a:endParaRPr lang="en-US" sz="2000" dirty="0"/>
        </a:p>
      </dgm:t>
    </dgm:pt>
    <dgm:pt modelId="{7AF4AFB5-128A-42AA-B76F-FED594BFE22B}" type="parTrans" cxnId="{DEBBCCE2-9CBF-42E8-A344-FB76D729F6F9}">
      <dgm:prSet/>
      <dgm:spPr/>
      <dgm:t>
        <a:bodyPr/>
        <a:lstStyle/>
        <a:p>
          <a:endParaRPr lang="en-US"/>
        </a:p>
      </dgm:t>
    </dgm:pt>
    <dgm:pt modelId="{88530B82-C87B-46AD-A850-68AE3AC27823}" type="sibTrans" cxnId="{DEBBCCE2-9CBF-42E8-A344-FB76D729F6F9}">
      <dgm:prSet/>
      <dgm:spPr/>
      <dgm:t>
        <a:bodyPr/>
        <a:lstStyle/>
        <a:p>
          <a:endParaRPr lang="en-US"/>
        </a:p>
      </dgm:t>
    </dgm:pt>
    <dgm:pt modelId="{C4471433-35F1-46E8-ABB1-BE280C0E148B}">
      <dgm:prSet phldrT="[Text]" custT="1"/>
      <dgm:spPr/>
      <dgm:t>
        <a:bodyPr/>
        <a:lstStyle/>
        <a:p>
          <a:pPr algn="r" rtl="1"/>
          <a:r>
            <a:rPr lang="ar-EG" sz="2000" dirty="0" smtClean="0"/>
            <a:t>يقوم ببناء</a:t>
          </a:r>
          <a:r>
            <a:rPr lang="en-US" sz="2000" dirty="0" smtClean="0"/>
            <a:t>Recursive tree </a:t>
          </a:r>
          <a:r>
            <a:rPr lang="ar-EG" sz="2000" dirty="0" smtClean="0"/>
            <a:t> باستخدام </a:t>
          </a:r>
          <a:r>
            <a:rPr lang="en-US" sz="2000" dirty="0" smtClean="0"/>
            <a:t>AST</a:t>
          </a:r>
          <a:endParaRPr lang="en-US" sz="2000" dirty="0"/>
        </a:p>
      </dgm:t>
    </dgm:pt>
    <dgm:pt modelId="{60AED421-E3E8-4349-ADCF-3622FBB6DD25}" type="parTrans" cxnId="{6D773F2A-151D-4EDA-8BD6-7E5F4AE55C4B}">
      <dgm:prSet/>
      <dgm:spPr/>
      <dgm:t>
        <a:bodyPr/>
        <a:lstStyle/>
        <a:p>
          <a:endParaRPr lang="en-US"/>
        </a:p>
      </dgm:t>
    </dgm:pt>
    <dgm:pt modelId="{4E3BCC0F-68DD-4F88-B024-FA9609DC327A}" type="sibTrans" cxnId="{6D773F2A-151D-4EDA-8BD6-7E5F4AE55C4B}">
      <dgm:prSet/>
      <dgm:spPr/>
      <dgm:t>
        <a:bodyPr/>
        <a:lstStyle/>
        <a:p>
          <a:endParaRPr lang="en-US"/>
        </a:p>
      </dgm:t>
    </dgm:pt>
    <dgm:pt modelId="{9168C39E-CB21-4CE0-B79C-E685E719BD2D}">
      <dgm:prSet phldrT="[Text]" custT="1"/>
      <dgm:spPr/>
      <dgm:t>
        <a:bodyPr/>
        <a:lstStyle/>
        <a:p>
          <a:pPr algn="r" rtl="1"/>
          <a:r>
            <a:rPr lang="ar-EG" sz="2000" smtClean="0"/>
            <a:t>يتحقق ان الترتيب صحيح حسب ال </a:t>
          </a:r>
          <a:r>
            <a:rPr lang="en-US" sz="2000" smtClean="0"/>
            <a:t>grammar </a:t>
          </a:r>
          <a:r>
            <a:rPr lang="ar-EG" sz="2000" smtClean="0"/>
            <a:t> الخاصة باللغة</a:t>
          </a:r>
          <a:endParaRPr lang="en-US" sz="2000" dirty="0"/>
        </a:p>
      </dgm:t>
    </dgm:pt>
    <dgm:pt modelId="{C7566058-2815-4F41-B740-8607CAA34C43}" type="parTrans" cxnId="{E2C589D5-769E-489A-8DF5-FF712210CC13}">
      <dgm:prSet/>
      <dgm:spPr/>
      <dgm:t>
        <a:bodyPr/>
        <a:lstStyle/>
        <a:p>
          <a:endParaRPr lang="en-US"/>
        </a:p>
      </dgm:t>
    </dgm:pt>
    <dgm:pt modelId="{AA650494-9751-45C0-AED5-F223DC022900}" type="sibTrans" cxnId="{E2C589D5-769E-489A-8DF5-FF712210CC13}">
      <dgm:prSet/>
      <dgm:spPr/>
      <dgm:t>
        <a:bodyPr/>
        <a:lstStyle/>
        <a:p>
          <a:endParaRPr lang="en-US"/>
        </a:p>
      </dgm:t>
    </dgm:pt>
    <dgm:pt modelId="{274CC871-C2A1-45E4-9E5B-30C5DD8CECE2}">
      <dgm:prSet phldrT="[Text]" custT="1"/>
      <dgm:spPr/>
      <dgm:t>
        <a:bodyPr/>
        <a:lstStyle/>
        <a:p>
          <a:pPr algn="r" rtl="1"/>
          <a:r>
            <a:rPr lang="ar-EG" sz="2000" dirty="0" smtClean="0"/>
            <a:t>يعيد خطأ اذا خالف الكود قواعد ال </a:t>
          </a:r>
          <a:r>
            <a:rPr lang="en-US" sz="2000" dirty="0" smtClean="0"/>
            <a:t>grammar</a:t>
          </a:r>
          <a:endParaRPr lang="en-US" sz="2000" dirty="0"/>
        </a:p>
      </dgm:t>
    </dgm:pt>
    <dgm:pt modelId="{EE8ADB0A-080F-4D38-B0D6-B44E34004F3F}" type="parTrans" cxnId="{3F9A8571-C8CD-4C48-811A-E863C2AAB745}">
      <dgm:prSet/>
      <dgm:spPr/>
      <dgm:t>
        <a:bodyPr/>
        <a:lstStyle/>
        <a:p>
          <a:endParaRPr lang="en-US"/>
        </a:p>
      </dgm:t>
    </dgm:pt>
    <dgm:pt modelId="{EECB865D-30D8-4887-B8C8-9B878E9F6203}" type="sibTrans" cxnId="{3F9A8571-C8CD-4C48-811A-E863C2AAB745}">
      <dgm:prSet/>
      <dgm:spPr/>
      <dgm:t>
        <a:bodyPr/>
        <a:lstStyle/>
        <a:p>
          <a:endParaRPr lang="en-US"/>
        </a:p>
      </dgm:t>
    </dgm:pt>
    <dgm:pt modelId="{96BCCF01-1AD8-4614-9C5D-85BC296B9B46}" type="pres">
      <dgm:prSet presAssocID="{A9AA7993-FF99-45D8-8019-45B8C18C4764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AF6A62C-F54B-4FCF-9625-E81A26884228}" type="pres">
      <dgm:prSet presAssocID="{A9AA7993-FF99-45D8-8019-45B8C18C4764}" presName="dummyMaxCanvas" presStyleCnt="0">
        <dgm:presLayoutVars/>
      </dgm:prSet>
      <dgm:spPr/>
    </dgm:pt>
    <dgm:pt modelId="{CBCABFF1-8576-47F5-97B9-98FAC242094A}" type="pres">
      <dgm:prSet presAssocID="{A9AA7993-FF99-45D8-8019-45B8C18C4764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646C2D-DAF5-4B9C-9DE6-3A7F7A30D029}" type="pres">
      <dgm:prSet presAssocID="{A9AA7993-FF99-45D8-8019-45B8C18C4764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7926B4-6D91-49CD-A352-12EDA4284835}" type="pres">
      <dgm:prSet presAssocID="{A9AA7993-FF99-45D8-8019-45B8C18C4764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AE154E-95E6-48BE-A8D8-7BA942DD52E2}" type="pres">
      <dgm:prSet presAssocID="{A9AA7993-FF99-45D8-8019-45B8C18C4764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887EE8-B058-4911-B7AB-BA603BBC54C1}" type="pres">
      <dgm:prSet presAssocID="{A9AA7993-FF99-45D8-8019-45B8C18C4764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738EEC-CC8B-4D09-AF07-5ECA0F292344}" type="pres">
      <dgm:prSet presAssocID="{A9AA7993-FF99-45D8-8019-45B8C18C4764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C8A878-132C-469C-899E-65C11AE4F9EA}" type="pres">
      <dgm:prSet presAssocID="{A9AA7993-FF99-45D8-8019-45B8C18C4764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073680-213C-455B-BCA3-BF5F6F2F54DF}" type="pres">
      <dgm:prSet presAssocID="{A9AA7993-FF99-45D8-8019-45B8C18C4764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C8B801-EFC1-4348-A02E-ED88BAEBDD8F}" type="pres">
      <dgm:prSet presAssocID="{A9AA7993-FF99-45D8-8019-45B8C18C4764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483EBA-383D-4C05-A680-D6520C7183CA}" type="pres">
      <dgm:prSet presAssocID="{A9AA7993-FF99-45D8-8019-45B8C18C4764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ACCECC-5110-444E-9AC2-E76B8CFD16C2}" type="pres">
      <dgm:prSet presAssocID="{A9AA7993-FF99-45D8-8019-45B8C18C4764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B0E84EB-CC95-40BB-AA59-93D5699E43E6}" type="presOf" srcId="{9A6EA6EC-84BD-419C-873C-84182D54EAF7}" destId="{C9073680-213C-455B-BCA3-BF5F6F2F54DF}" srcOrd="1" destOrd="0" presId="urn:microsoft.com/office/officeart/2005/8/layout/vProcess5"/>
    <dgm:cxn modelId="{E2C589D5-769E-489A-8DF5-FF712210CC13}" srcId="{A9AA7993-FF99-45D8-8019-45B8C18C4764}" destId="{9168C39E-CB21-4CE0-B79C-E685E719BD2D}" srcOrd="2" destOrd="0" parTransId="{C7566058-2815-4F41-B740-8607CAA34C43}" sibTransId="{AA650494-9751-45C0-AED5-F223DC022900}"/>
    <dgm:cxn modelId="{8F7909CD-CFD6-4465-BD0F-4A3FB32A64DB}" type="presOf" srcId="{9A6EA6EC-84BD-419C-873C-84182D54EAF7}" destId="{CBCABFF1-8576-47F5-97B9-98FAC242094A}" srcOrd="0" destOrd="0" presId="urn:microsoft.com/office/officeart/2005/8/layout/vProcess5"/>
    <dgm:cxn modelId="{3F9A8571-C8CD-4C48-811A-E863C2AAB745}" srcId="{A9AA7993-FF99-45D8-8019-45B8C18C4764}" destId="{274CC871-C2A1-45E4-9E5B-30C5DD8CECE2}" srcOrd="3" destOrd="0" parTransId="{EE8ADB0A-080F-4D38-B0D6-B44E34004F3F}" sibTransId="{EECB865D-30D8-4887-B8C8-9B878E9F6203}"/>
    <dgm:cxn modelId="{F4C219AD-E5B8-48CF-A9AF-FFB57EE17CFD}" type="presOf" srcId="{C4471433-35F1-46E8-ABB1-BE280C0E148B}" destId="{CAC8B801-EFC1-4348-A02E-ED88BAEBDD8F}" srcOrd="1" destOrd="0" presId="urn:microsoft.com/office/officeart/2005/8/layout/vProcess5"/>
    <dgm:cxn modelId="{03108AFB-FC48-4CFE-9780-C6E1E18FEFF6}" type="presOf" srcId="{9168C39E-CB21-4CE0-B79C-E685E719BD2D}" destId="{EE483EBA-383D-4C05-A680-D6520C7183CA}" srcOrd="1" destOrd="0" presId="urn:microsoft.com/office/officeart/2005/8/layout/vProcess5"/>
    <dgm:cxn modelId="{80ED6C78-4AD0-42C4-AF27-4629B109AF6F}" type="presOf" srcId="{A9AA7993-FF99-45D8-8019-45B8C18C4764}" destId="{96BCCF01-1AD8-4614-9C5D-85BC296B9B46}" srcOrd="0" destOrd="0" presId="urn:microsoft.com/office/officeart/2005/8/layout/vProcess5"/>
    <dgm:cxn modelId="{A9088F74-891D-4E43-8AA7-D8393A6A5393}" type="presOf" srcId="{274CC871-C2A1-45E4-9E5B-30C5DD8CECE2}" destId="{FAAE154E-95E6-48BE-A8D8-7BA942DD52E2}" srcOrd="0" destOrd="0" presId="urn:microsoft.com/office/officeart/2005/8/layout/vProcess5"/>
    <dgm:cxn modelId="{C5160DCF-2F1F-4CBB-A892-F393EB9C06CC}" type="presOf" srcId="{274CC871-C2A1-45E4-9E5B-30C5DD8CECE2}" destId="{1FACCECC-5110-444E-9AC2-E76B8CFD16C2}" srcOrd="1" destOrd="0" presId="urn:microsoft.com/office/officeart/2005/8/layout/vProcess5"/>
    <dgm:cxn modelId="{E0F46D47-3848-4CD3-8E67-D698872157BD}" type="presOf" srcId="{C4471433-35F1-46E8-ABB1-BE280C0E148B}" destId="{84646C2D-DAF5-4B9C-9DE6-3A7F7A30D029}" srcOrd="0" destOrd="0" presId="urn:microsoft.com/office/officeart/2005/8/layout/vProcess5"/>
    <dgm:cxn modelId="{6D773F2A-151D-4EDA-8BD6-7E5F4AE55C4B}" srcId="{A9AA7993-FF99-45D8-8019-45B8C18C4764}" destId="{C4471433-35F1-46E8-ABB1-BE280C0E148B}" srcOrd="1" destOrd="0" parTransId="{60AED421-E3E8-4349-ADCF-3622FBB6DD25}" sibTransId="{4E3BCC0F-68DD-4F88-B024-FA9609DC327A}"/>
    <dgm:cxn modelId="{65D1AE06-7F9C-4F16-BB92-AF59FBE6F6BA}" type="presOf" srcId="{9168C39E-CB21-4CE0-B79C-E685E719BD2D}" destId="{B67926B4-6D91-49CD-A352-12EDA4284835}" srcOrd="0" destOrd="0" presId="urn:microsoft.com/office/officeart/2005/8/layout/vProcess5"/>
    <dgm:cxn modelId="{D4FC9E1C-0C08-4437-9659-3A1AD785D49D}" type="presOf" srcId="{4E3BCC0F-68DD-4F88-B024-FA9609DC327A}" destId="{BE738EEC-CC8B-4D09-AF07-5ECA0F292344}" srcOrd="0" destOrd="0" presId="urn:microsoft.com/office/officeart/2005/8/layout/vProcess5"/>
    <dgm:cxn modelId="{D3C823E7-ECB1-426D-B582-7907D3C66FAC}" type="presOf" srcId="{AA650494-9751-45C0-AED5-F223DC022900}" destId="{7AC8A878-132C-469C-899E-65C11AE4F9EA}" srcOrd="0" destOrd="0" presId="urn:microsoft.com/office/officeart/2005/8/layout/vProcess5"/>
    <dgm:cxn modelId="{F40C1290-A640-43F5-A963-8C67A4438D5B}" type="presOf" srcId="{88530B82-C87B-46AD-A850-68AE3AC27823}" destId="{05887EE8-B058-4911-B7AB-BA603BBC54C1}" srcOrd="0" destOrd="0" presId="urn:microsoft.com/office/officeart/2005/8/layout/vProcess5"/>
    <dgm:cxn modelId="{DEBBCCE2-9CBF-42E8-A344-FB76D729F6F9}" srcId="{A9AA7993-FF99-45D8-8019-45B8C18C4764}" destId="{9A6EA6EC-84BD-419C-873C-84182D54EAF7}" srcOrd="0" destOrd="0" parTransId="{7AF4AFB5-128A-42AA-B76F-FED594BFE22B}" sibTransId="{88530B82-C87B-46AD-A850-68AE3AC27823}"/>
    <dgm:cxn modelId="{9BF02CAC-2DA5-4B1E-8B22-E078152696AE}" type="presParOf" srcId="{96BCCF01-1AD8-4614-9C5D-85BC296B9B46}" destId="{3AF6A62C-F54B-4FCF-9625-E81A26884228}" srcOrd="0" destOrd="0" presId="urn:microsoft.com/office/officeart/2005/8/layout/vProcess5"/>
    <dgm:cxn modelId="{95570C78-056A-4776-A5AE-0DB494D8CE53}" type="presParOf" srcId="{96BCCF01-1AD8-4614-9C5D-85BC296B9B46}" destId="{CBCABFF1-8576-47F5-97B9-98FAC242094A}" srcOrd="1" destOrd="0" presId="urn:microsoft.com/office/officeart/2005/8/layout/vProcess5"/>
    <dgm:cxn modelId="{26AE446F-F6FC-4620-B116-E835843A071F}" type="presParOf" srcId="{96BCCF01-1AD8-4614-9C5D-85BC296B9B46}" destId="{84646C2D-DAF5-4B9C-9DE6-3A7F7A30D029}" srcOrd="2" destOrd="0" presId="urn:microsoft.com/office/officeart/2005/8/layout/vProcess5"/>
    <dgm:cxn modelId="{7E71D89B-F1B5-402B-A21D-9F3360D04CE2}" type="presParOf" srcId="{96BCCF01-1AD8-4614-9C5D-85BC296B9B46}" destId="{B67926B4-6D91-49CD-A352-12EDA4284835}" srcOrd="3" destOrd="0" presId="urn:microsoft.com/office/officeart/2005/8/layout/vProcess5"/>
    <dgm:cxn modelId="{46E9F1B3-87DF-481D-A0DE-AA0E8B7B120F}" type="presParOf" srcId="{96BCCF01-1AD8-4614-9C5D-85BC296B9B46}" destId="{FAAE154E-95E6-48BE-A8D8-7BA942DD52E2}" srcOrd="4" destOrd="0" presId="urn:microsoft.com/office/officeart/2005/8/layout/vProcess5"/>
    <dgm:cxn modelId="{8E3C5ED9-6D51-43A6-AF17-35226ABB51E5}" type="presParOf" srcId="{96BCCF01-1AD8-4614-9C5D-85BC296B9B46}" destId="{05887EE8-B058-4911-B7AB-BA603BBC54C1}" srcOrd="5" destOrd="0" presId="urn:microsoft.com/office/officeart/2005/8/layout/vProcess5"/>
    <dgm:cxn modelId="{918A5118-4D06-4ABC-9CE0-D3DEB83CC2BD}" type="presParOf" srcId="{96BCCF01-1AD8-4614-9C5D-85BC296B9B46}" destId="{BE738EEC-CC8B-4D09-AF07-5ECA0F292344}" srcOrd="6" destOrd="0" presId="urn:microsoft.com/office/officeart/2005/8/layout/vProcess5"/>
    <dgm:cxn modelId="{479F2DC6-1298-4071-AC5F-2D10AFF87957}" type="presParOf" srcId="{96BCCF01-1AD8-4614-9C5D-85BC296B9B46}" destId="{7AC8A878-132C-469C-899E-65C11AE4F9EA}" srcOrd="7" destOrd="0" presId="urn:microsoft.com/office/officeart/2005/8/layout/vProcess5"/>
    <dgm:cxn modelId="{BDDB8AF7-7FBB-4FBB-86A9-87246C14DC93}" type="presParOf" srcId="{96BCCF01-1AD8-4614-9C5D-85BC296B9B46}" destId="{C9073680-213C-455B-BCA3-BF5F6F2F54DF}" srcOrd="8" destOrd="0" presId="urn:microsoft.com/office/officeart/2005/8/layout/vProcess5"/>
    <dgm:cxn modelId="{D1CEA641-780F-4A65-855C-B30F66117E9B}" type="presParOf" srcId="{96BCCF01-1AD8-4614-9C5D-85BC296B9B46}" destId="{CAC8B801-EFC1-4348-A02E-ED88BAEBDD8F}" srcOrd="9" destOrd="0" presId="urn:microsoft.com/office/officeart/2005/8/layout/vProcess5"/>
    <dgm:cxn modelId="{FCA6B5B5-49C7-4224-892B-895928D57186}" type="presParOf" srcId="{96BCCF01-1AD8-4614-9C5D-85BC296B9B46}" destId="{EE483EBA-383D-4C05-A680-D6520C7183CA}" srcOrd="10" destOrd="0" presId="urn:microsoft.com/office/officeart/2005/8/layout/vProcess5"/>
    <dgm:cxn modelId="{2BCCFD5E-3F30-4C3F-98B4-41FCB6F8BEE7}" type="presParOf" srcId="{96BCCF01-1AD8-4614-9C5D-85BC296B9B46}" destId="{1FACCECC-5110-444E-9AC2-E76B8CFD16C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77E5A60-2EE8-49CA-A78D-C595D075F902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D887472-014C-497F-B29F-A8005E54EA9E}">
      <dgm:prSet phldrT="[Text]"/>
      <dgm:spPr/>
      <dgm:t>
        <a:bodyPr/>
        <a:lstStyle/>
        <a:p>
          <a:pPr algn="r" rtl="1"/>
          <a:r>
            <a:rPr lang="ar-EG" dirty="0" smtClean="0"/>
            <a:t>تعريف المتغيرات قبل استخدامها </a:t>
          </a:r>
          <a:endParaRPr lang="en-US" dirty="0"/>
        </a:p>
      </dgm:t>
    </dgm:pt>
    <dgm:pt modelId="{4C2D82BB-31AC-4963-A2F9-E4FAD4BF6AE3}" type="parTrans" cxnId="{0FCDCE17-9F6F-4BF3-8BB1-AC392EE5A7F8}">
      <dgm:prSet/>
      <dgm:spPr/>
      <dgm:t>
        <a:bodyPr/>
        <a:lstStyle/>
        <a:p>
          <a:endParaRPr lang="en-US"/>
        </a:p>
      </dgm:t>
    </dgm:pt>
    <dgm:pt modelId="{78964BD7-35CA-4DE2-8DF7-F43B95D5CB80}" type="sibTrans" cxnId="{0FCDCE17-9F6F-4BF3-8BB1-AC392EE5A7F8}">
      <dgm:prSet/>
      <dgm:spPr/>
      <dgm:t>
        <a:bodyPr/>
        <a:lstStyle/>
        <a:p>
          <a:endParaRPr lang="en-US"/>
        </a:p>
      </dgm:t>
    </dgm:pt>
    <dgm:pt modelId="{388C1C0D-9D8B-4C49-AA5F-CFFC3E50B7CE}">
      <dgm:prSet phldrT="[Text]"/>
      <dgm:spPr/>
      <dgm:t>
        <a:bodyPr/>
        <a:lstStyle/>
        <a:p>
          <a:pPr algn="r" rtl="1"/>
          <a:r>
            <a:rPr lang="ar-EG" dirty="0" smtClean="0"/>
            <a:t>التاكد من توافق انواع البيانات في العمليات</a:t>
          </a:r>
          <a:endParaRPr lang="en-US" dirty="0"/>
        </a:p>
      </dgm:t>
    </dgm:pt>
    <dgm:pt modelId="{B238DE98-16D2-457A-8195-6ED1ED5855A0}" type="parTrans" cxnId="{D8CD44BC-56CF-4DE8-B8E9-0658B5FFC47A}">
      <dgm:prSet/>
      <dgm:spPr/>
      <dgm:t>
        <a:bodyPr/>
        <a:lstStyle/>
        <a:p>
          <a:endParaRPr lang="en-US"/>
        </a:p>
      </dgm:t>
    </dgm:pt>
    <dgm:pt modelId="{3BDABF0C-2C91-493D-A8C7-D733F4407C73}" type="sibTrans" cxnId="{D8CD44BC-56CF-4DE8-B8E9-0658B5FFC47A}">
      <dgm:prSet/>
      <dgm:spPr/>
      <dgm:t>
        <a:bodyPr/>
        <a:lstStyle/>
        <a:p>
          <a:endParaRPr lang="en-US"/>
        </a:p>
      </dgm:t>
    </dgm:pt>
    <dgm:pt modelId="{D7D336E3-5482-4ECE-8483-00DB3B06D9E9}">
      <dgm:prSet phldrT="[Text]"/>
      <dgm:spPr/>
      <dgm:t>
        <a:bodyPr/>
        <a:lstStyle/>
        <a:p>
          <a:pPr algn="r" rtl="1"/>
          <a:r>
            <a:rPr lang="ar-EG" dirty="0" smtClean="0"/>
            <a:t>يتحقق اذا حاولت اوصل لمتغير غير معرف</a:t>
          </a:r>
          <a:endParaRPr lang="en-US" dirty="0"/>
        </a:p>
      </dgm:t>
    </dgm:pt>
    <dgm:pt modelId="{C75166C0-A011-4B7D-BEDC-59906FA883AD}" type="parTrans" cxnId="{6D076F54-255C-476C-829C-6AF4F3D0F3B5}">
      <dgm:prSet/>
      <dgm:spPr/>
      <dgm:t>
        <a:bodyPr/>
        <a:lstStyle/>
        <a:p>
          <a:endParaRPr lang="en-US"/>
        </a:p>
      </dgm:t>
    </dgm:pt>
    <dgm:pt modelId="{0AE00928-D6CB-4A3E-BEAD-BCDB2BEBADE1}" type="sibTrans" cxnId="{6D076F54-255C-476C-829C-6AF4F3D0F3B5}">
      <dgm:prSet/>
      <dgm:spPr/>
      <dgm:t>
        <a:bodyPr/>
        <a:lstStyle/>
        <a:p>
          <a:endParaRPr lang="en-US"/>
        </a:p>
      </dgm:t>
    </dgm:pt>
    <dgm:pt modelId="{DCC92479-2C8E-43BE-9AA4-3B6EA40A51DA}">
      <dgm:prSet phldrT="[Text]"/>
      <dgm:spPr/>
      <dgm:t>
        <a:bodyPr/>
        <a:lstStyle/>
        <a:p>
          <a:pPr algn="r" rtl="1"/>
          <a:r>
            <a:rPr lang="ar-EG" dirty="0" smtClean="0"/>
            <a:t>التاكد من صحه استدعاء الدوال وعدد المعاملات</a:t>
          </a:r>
          <a:endParaRPr lang="en-US" dirty="0"/>
        </a:p>
      </dgm:t>
    </dgm:pt>
    <dgm:pt modelId="{43C43D65-9A84-405D-BDD2-288284978DFE}" type="parTrans" cxnId="{D2299948-DBC4-41E9-A506-7E33BC103E78}">
      <dgm:prSet/>
      <dgm:spPr/>
      <dgm:t>
        <a:bodyPr/>
        <a:lstStyle/>
        <a:p>
          <a:endParaRPr lang="en-US"/>
        </a:p>
      </dgm:t>
    </dgm:pt>
    <dgm:pt modelId="{74FCBDF1-0585-4E06-8DF8-E338BA9DB614}" type="sibTrans" cxnId="{D2299948-DBC4-41E9-A506-7E33BC103E78}">
      <dgm:prSet/>
      <dgm:spPr/>
      <dgm:t>
        <a:bodyPr/>
        <a:lstStyle/>
        <a:p>
          <a:endParaRPr lang="en-US"/>
        </a:p>
      </dgm:t>
    </dgm:pt>
    <dgm:pt modelId="{E32A5C61-E5E0-402B-8E51-8E2B2CCB603A}" type="pres">
      <dgm:prSet presAssocID="{577E5A60-2EE8-49CA-A78D-C595D075F902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C740E84-E072-4023-A8EA-7909F663305F}" type="pres">
      <dgm:prSet presAssocID="{577E5A60-2EE8-49CA-A78D-C595D075F902}" presName="dummyMaxCanvas" presStyleCnt="0">
        <dgm:presLayoutVars/>
      </dgm:prSet>
      <dgm:spPr/>
    </dgm:pt>
    <dgm:pt modelId="{73AB2591-BF4D-4492-B328-5AF409BDBA57}" type="pres">
      <dgm:prSet presAssocID="{577E5A60-2EE8-49CA-A78D-C595D075F902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7F265A-14CD-426C-9308-61819FD448E2}" type="pres">
      <dgm:prSet presAssocID="{577E5A60-2EE8-49CA-A78D-C595D075F902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3243D2-DE7C-43FD-A842-3574ECE542F8}" type="pres">
      <dgm:prSet presAssocID="{577E5A60-2EE8-49CA-A78D-C595D075F902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B48D28-F12D-4740-A0D6-137832C799C6}" type="pres">
      <dgm:prSet presAssocID="{577E5A60-2EE8-49CA-A78D-C595D075F902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A32DE5-4513-4902-A3FC-FC37532513CB}" type="pres">
      <dgm:prSet presAssocID="{577E5A60-2EE8-49CA-A78D-C595D075F902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8B6E6D-CE27-4C9F-B695-4A3167144B9A}" type="pres">
      <dgm:prSet presAssocID="{577E5A60-2EE8-49CA-A78D-C595D075F902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E3B91C-0C5F-47B5-826C-FD6F2D2E9E01}" type="pres">
      <dgm:prSet presAssocID="{577E5A60-2EE8-49CA-A78D-C595D075F902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DAFD86-5C28-4B66-A808-61035D8BD9EE}" type="pres">
      <dgm:prSet presAssocID="{577E5A60-2EE8-49CA-A78D-C595D075F902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44639C-F1D2-4703-A228-9772A9650C93}" type="pres">
      <dgm:prSet presAssocID="{577E5A60-2EE8-49CA-A78D-C595D075F902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E2D633-86BA-4108-860F-F18840310F96}" type="pres">
      <dgm:prSet presAssocID="{577E5A60-2EE8-49CA-A78D-C595D075F902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E4AEDA-1278-496E-AA50-4E05B9D627DD}" type="pres">
      <dgm:prSet presAssocID="{577E5A60-2EE8-49CA-A78D-C595D075F902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876C0B8-6600-4431-BA43-786C53E058D3}" type="presOf" srcId="{DCC92479-2C8E-43BE-9AA4-3B6EA40A51DA}" destId="{CA3243D2-DE7C-43FD-A842-3574ECE542F8}" srcOrd="0" destOrd="0" presId="urn:microsoft.com/office/officeart/2005/8/layout/vProcess5"/>
    <dgm:cxn modelId="{D8CD44BC-56CF-4DE8-B8E9-0658B5FFC47A}" srcId="{577E5A60-2EE8-49CA-A78D-C595D075F902}" destId="{388C1C0D-9D8B-4C49-AA5F-CFFC3E50B7CE}" srcOrd="1" destOrd="0" parTransId="{B238DE98-16D2-457A-8195-6ED1ED5855A0}" sibTransId="{3BDABF0C-2C91-493D-A8C7-D733F4407C73}"/>
    <dgm:cxn modelId="{7FD7ABCA-8D2F-4C19-9CD5-4DCDB5234488}" type="presOf" srcId="{78964BD7-35CA-4DE2-8DF7-F43B95D5CB80}" destId="{56A32DE5-4513-4902-A3FC-FC37532513CB}" srcOrd="0" destOrd="0" presId="urn:microsoft.com/office/officeart/2005/8/layout/vProcess5"/>
    <dgm:cxn modelId="{6D076F54-255C-476C-829C-6AF4F3D0F3B5}" srcId="{577E5A60-2EE8-49CA-A78D-C595D075F902}" destId="{D7D336E3-5482-4ECE-8483-00DB3B06D9E9}" srcOrd="3" destOrd="0" parTransId="{C75166C0-A011-4B7D-BEDC-59906FA883AD}" sibTransId="{0AE00928-D6CB-4A3E-BEAD-BCDB2BEBADE1}"/>
    <dgm:cxn modelId="{0FCDCE17-9F6F-4BF3-8BB1-AC392EE5A7F8}" srcId="{577E5A60-2EE8-49CA-A78D-C595D075F902}" destId="{ED887472-014C-497F-B29F-A8005E54EA9E}" srcOrd="0" destOrd="0" parTransId="{4C2D82BB-31AC-4963-A2F9-E4FAD4BF6AE3}" sibTransId="{78964BD7-35CA-4DE2-8DF7-F43B95D5CB80}"/>
    <dgm:cxn modelId="{1CDF4AB4-7F24-458B-AE07-4D2AED7D1D96}" type="presOf" srcId="{74FCBDF1-0585-4E06-8DF8-E338BA9DB614}" destId="{2EE3B91C-0C5F-47B5-826C-FD6F2D2E9E01}" srcOrd="0" destOrd="0" presId="urn:microsoft.com/office/officeart/2005/8/layout/vProcess5"/>
    <dgm:cxn modelId="{D2299948-DBC4-41E9-A506-7E33BC103E78}" srcId="{577E5A60-2EE8-49CA-A78D-C595D075F902}" destId="{DCC92479-2C8E-43BE-9AA4-3B6EA40A51DA}" srcOrd="2" destOrd="0" parTransId="{43C43D65-9A84-405D-BDD2-288284978DFE}" sibTransId="{74FCBDF1-0585-4E06-8DF8-E338BA9DB614}"/>
    <dgm:cxn modelId="{F386EC03-3952-4652-8A71-2C0DFC4F9EA3}" type="presOf" srcId="{D7D336E3-5482-4ECE-8483-00DB3B06D9E9}" destId="{E2E4AEDA-1278-496E-AA50-4E05B9D627DD}" srcOrd="1" destOrd="0" presId="urn:microsoft.com/office/officeart/2005/8/layout/vProcess5"/>
    <dgm:cxn modelId="{F6FB55FA-EB5F-4C97-B494-B8D1A08356F2}" type="presOf" srcId="{D7D336E3-5482-4ECE-8483-00DB3B06D9E9}" destId="{35B48D28-F12D-4740-A0D6-137832C799C6}" srcOrd="0" destOrd="0" presId="urn:microsoft.com/office/officeart/2005/8/layout/vProcess5"/>
    <dgm:cxn modelId="{42254110-2D44-486C-B303-2A82771F9A99}" type="presOf" srcId="{DCC92479-2C8E-43BE-9AA4-3B6EA40A51DA}" destId="{DFE2D633-86BA-4108-860F-F18840310F96}" srcOrd="1" destOrd="0" presId="urn:microsoft.com/office/officeart/2005/8/layout/vProcess5"/>
    <dgm:cxn modelId="{0E55180F-41F8-42DC-B788-449D7081AFBC}" type="presOf" srcId="{ED887472-014C-497F-B29F-A8005E54EA9E}" destId="{73AB2591-BF4D-4492-B328-5AF409BDBA57}" srcOrd="0" destOrd="0" presId="urn:microsoft.com/office/officeart/2005/8/layout/vProcess5"/>
    <dgm:cxn modelId="{C27F297B-9C07-403C-98C0-DB614A91D478}" type="presOf" srcId="{3BDABF0C-2C91-493D-A8C7-D733F4407C73}" destId="{268B6E6D-CE27-4C9F-B695-4A3167144B9A}" srcOrd="0" destOrd="0" presId="urn:microsoft.com/office/officeart/2005/8/layout/vProcess5"/>
    <dgm:cxn modelId="{24DA9F6F-14E2-4FBF-A674-00E8FF34E59D}" type="presOf" srcId="{ED887472-014C-497F-B29F-A8005E54EA9E}" destId="{08DAFD86-5C28-4B66-A808-61035D8BD9EE}" srcOrd="1" destOrd="0" presId="urn:microsoft.com/office/officeart/2005/8/layout/vProcess5"/>
    <dgm:cxn modelId="{458BC4A6-21CC-41B4-B6EE-F16CEF5E2814}" type="presOf" srcId="{577E5A60-2EE8-49CA-A78D-C595D075F902}" destId="{E32A5C61-E5E0-402B-8E51-8E2B2CCB603A}" srcOrd="0" destOrd="0" presId="urn:microsoft.com/office/officeart/2005/8/layout/vProcess5"/>
    <dgm:cxn modelId="{10B3DE9A-366B-4471-B9E9-F0A485D30CDA}" type="presOf" srcId="{388C1C0D-9D8B-4C49-AA5F-CFFC3E50B7CE}" destId="{6444639C-F1D2-4703-A228-9772A9650C93}" srcOrd="1" destOrd="0" presId="urn:microsoft.com/office/officeart/2005/8/layout/vProcess5"/>
    <dgm:cxn modelId="{F772F472-46FF-4FAB-896F-11C5AA81DFD9}" type="presOf" srcId="{388C1C0D-9D8B-4C49-AA5F-CFFC3E50B7CE}" destId="{D77F265A-14CD-426C-9308-61819FD448E2}" srcOrd="0" destOrd="0" presId="urn:microsoft.com/office/officeart/2005/8/layout/vProcess5"/>
    <dgm:cxn modelId="{D2BB2B14-D600-4D5B-8815-80A713F0E542}" type="presParOf" srcId="{E32A5C61-E5E0-402B-8E51-8E2B2CCB603A}" destId="{FC740E84-E072-4023-A8EA-7909F663305F}" srcOrd="0" destOrd="0" presId="urn:microsoft.com/office/officeart/2005/8/layout/vProcess5"/>
    <dgm:cxn modelId="{7A663C3D-BADB-40C9-9CD0-1A572591D002}" type="presParOf" srcId="{E32A5C61-E5E0-402B-8E51-8E2B2CCB603A}" destId="{73AB2591-BF4D-4492-B328-5AF409BDBA57}" srcOrd="1" destOrd="0" presId="urn:microsoft.com/office/officeart/2005/8/layout/vProcess5"/>
    <dgm:cxn modelId="{FB7488F6-658B-40C3-BC48-5C4243382EB8}" type="presParOf" srcId="{E32A5C61-E5E0-402B-8E51-8E2B2CCB603A}" destId="{D77F265A-14CD-426C-9308-61819FD448E2}" srcOrd="2" destOrd="0" presId="urn:microsoft.com/office/officeart/2005/8/layout/vProcess5"/>
    <dgm:cxn modelId="{BF6AB144-2FB8-4DB2-B893-1EB999994852}" type="presParOf" srcId="{E32A5C61-E5E0-402B-8E51-8E2B2CCB603A}" destId="{CA3243D2-DE7C-43FD-A842-3574ECE542F8}" srcOrd="3" destOrd="0" presId="urn:microsoft.com/office/officeart/2005/8/layout/vProcess5"/>
    <dgm:cxn modelId="{D52E11A9-C78E-4223-8515-984795774C85}" type="presParOf" srcId="{E32A5C61-E5E0-402B-8E51-8E2B2CCB603A}" destId="{35B48D28-F12D-4740-A0D6-137832C799C6}" srcOrd="4" destOrd="0" presId="urn:microsoft.com/office/officeart/2005/8/layout/vProcess5"/>
    <dgm:cxn modelId="{CEFD20A2-ADB4-48F0-A949-F46767512885}" type="presParOf" srcId="{E32A5C61-E5E0-402B-8E51-8E2B2CCB603A}" destId="{56A32DE5-4513-4902-A3FC-FC37532513CB}" srcOrd="5" destOrd="0" presId="urn:microsoft.com/office/officeart/2005/8/layout/vProcess5"/>
    <dgm:cxn modelId="{72480CA1-BB80-4E74-AFF4-F817AB5A4D5F}" type="presParOf" srcId="{E32A5C61-E5E0-402B-8E51-8E2B2CCB603A}" destId="{268B6E6D-CE27-4C9F-B695-4A3167144B9A}" srcOrd="6" destOrd="0" presId="urn:microsoft.com/office/officeart/2005/8/layout/vProcess5"/>
    <dgm:cxn modelId="{D20B4D7D-7998-4E26-9E00-93A4B946E169}" type="presParOf" srcId="{E32A5C61-E5E0-402B-8E51-8E2B2CCB603A}" destId="{2EE3B91C-0C5F-47B5-826C-FD6F2D2E9E01}" srcOrd="7" destOrd="0" presId="urn:microsoft.com/office/officeart/2005/8/layout/vProcess5"/>
    <dgm:cxn modelId="{B170E45C-2F0D-4841-A401-4E1E00813307}" type="presParOf" srcId="{E32A5C61-E5E0-402B-8E51-8E2B2CCB603A}" destId="{08DAFD86-5C28-4B66-A808-61035D8BD9EE}" srcOrd="8" destOrd="0" presId="urn:microsoft.com/office/officeart/2005/8/layout/vProcess5"/>
    <dgm:cxn modelId="{3188FC49-479E-42DD-B5AE-04C57B3882B3}" type="presParOf" srcId="{E32A5C61-E5E0-402B-8E51-8E2B2CCB603A}" destId="{6444639C-F1D2-4703-A228-9772A9650C93}" srcOrd="9" destOrd="0" presId="urn:microsoft.com/office/officeart/2005/8/layout/vProcess5"/>
    <dgm:cxn modelId="{F52BDE91-EF71-4906-B5D9-7104B08AE755}" type="presParOf" srcId="{E32A5C61-E5E0-402B-8E51-8E2B2CCB603A}" destId="{DFE2D633-86BA-4108-860F-F18840310F96}" srcOrd="10" destOrd="0" presId="urn:microsoft.com/office/officeart/2005/8/layout/vProcess5"/>
    <dgm:cxn modelId="{2395B5E0-7111-472A-86C2-346148E03582}" type="presParOf" srcId="{E32A5C61-E5E0-402B-8E51-8E2B2CCB603A}" destId="{E2E4AEDA-1278-496E-AA50-4E05B9D627D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E35BA6B-FAF7-46EC-A85F-11CE5EE269FC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0004DC-99C4-4D6C-B4CE-E728329FDB59}">
      <dgm:prSet phldrT="[Text]"/>
      <dgm:spPr/>
      <dgm:t>
        <a:bodyPr/>
        <a:lstStyle/>
        <a:p>
          <a:r>
            <a:rPr lang="en-US" dirty="0" smtClean="0"/>
            <a:t>AST traversal</a:t>
          </a:r>
          <a:endParaRPr lang="en-US" dirty="0"/>
        </a:p>
      </dgm:t>
    </dgm:pt>
    <dgm:pt modelId="{632E71FC-20F3-49A3-BE80-1A3A7B624E6B}" type="parTrans" cxnId="{3973AFF5-119C-4E67-8116-44C027EA5AA5}">
      <dgm:prSet/>
      <dgm:spPr/>
      <dgm:t>
        <a:bodyPr/>
        <a:lstStyle/>
        <a:p>
          <a:endParaRPr lang="en-US"/>
        </a:p>
      </dgm:t>
    </dgm:pt>
    <dgm:pt modelId="{75A94873-BF50-446C-A754-3F88CADEEFB6}" type="sibTrans" cxnId="{3973AFF5-119C-4E67-8116-44C027EA5AA5}">
      <dgm:prSet/>
      <dgm:spPr/>
      <dgm:t>
        <a:bodyPr/>
        <a:lstStyle/>
        <a:p>
          <a:endParaRPr lang="en-US"/>
        </a:p>
      </dgm:t>
    </dgm:pt>
    <dgm:pt modelId="{1683360F-495B-4A37-947A-22F9578AC3D0}">
      <dgm:prSet phldrT="[Text]"/>
      <dgm:spPr/>
      <dgm:t>
        <a:bodyPr/>
        <a:lstStyle/>
        <a:p>
          <a:pPr rtl="1"/>
          <a:r>
            <a:rPr lang="ar-EG" dirty="0" smtClean="0"/>
            <a:t>بيمشي علي ال </a:t>
          </a:r>
          <a:r>
            <a:rPr lang="en-US" dirty="0" smtClean="0"/>
            <a:t>parse tree</a:t>
          </a:r>
          <a:endParaRPr lang="en-US" dirty="0"/>
        </a:p>
      </dgm:t>
    </dgm:pt>
    <dgm:pt modelId="{90DCAA99-2389-4EEC-A4BB-9BBCADA60C6F}" type="parTrans" cxnId="{952DB629-B608-494C-8969-9A4F3676F6EF}">
      <dgm:prSet/>
      <dgm:spPr/>
      <dgm:t>
        <a:bodyPr/>
        <a:lstStyle/>
        <a:p>
          <a:endParaRPr lang="en-US"/>
        </a:p>
      </dgm:t>
    </dgm:pt>
    <dgm:pt modelId="{15994BC4-E8D4-42B2-827E-94B5ED1BA6C0}" type="sibTrans" cxnId="{952DB629-B608-494C-8969-9A4F3676F6EF}">
      <dgm:prSet/>
      <dgm:spPr/>
      <dgm:t>
        <a:bodyPr/>
        <a:lstStyle/>
        <a:p>
          <a:endParaRPr lang="en-US"/>
        </a:p>
      </dgm:t>
    </dgm:pt>
    <dgm:pt modelId="{41F20CCA-C488-4F73-A22B-67D1EBB128B8}">
      <dgm:prSet phldrT="[Text]"/>
      <dgm:spPr/>
      <dgm:t>
        <a:bodyPr/>
        <a:lstStyle/>
        <a:p>
          <a:r>
            <a:rPr lang="en-US" dirty="0" smtClean="0"/>
            <a:t>Nose Mapping</a:t>
          </a:r>
          <a:endParaRPr lang="en-US" dirty="0"/>
        </a:p>
      </dgm:t>
    </dgm:pt>
    <dgm:pt modelId="{62C4AC84-67AE-4A2F-80D9-370B8A2345C1}" type="parTrans" cxnId="{E784211C-F9FF-4C38-B13D-C6B35B8B54EE}">
      <dgm:prSet/>
      <dgm:spPr/>
      <dgm:t>
        <a:bodyPr/>
        <a:lstStyle/>
        <a:p>
          <a:endParaRPr lang="en-US"/>
        </a:p>
      </dgm:t>
    </dgm:pt>
    <dgm:pt modelId="{C06AE260-4252-41AA-B992-475D82FF9E0F}" type="sibTrans" cxnId="{E784211C-F9FF-4C38-B13D-C6B35B8B54EE}">
      <dgm:prSet/>
      <dgm:spPr/>
      <dgm:t>
        <a:bodyPr/>
        <a:lstStyle/>
        <a:p>
          <a:endParaRPr lang="en-US"/>
        </a:p>
      </dgm:t>
    </dgm:pt>
    <dgm:pt modelId="{959230D0-FAFE-46F0-BF67-47C804851B0E}">
      <dgm:prSet phldrT="[Text]"/>
      <dgm:spPr/>
      <dgm:t>
        <a:bodyPr/>
        <a:lstStyle/>
        <a:p>
          <a:pPr rtl="1"/>
          <a:r>
            <a:rPr lang="ar-EG" dirty="0" smtClean="0"/>
            <a:t>بيحول كل </a:t>
          </a:r>
          <a:r>
            <a:rPr lang="en-US" dirty="0" smtClean="0"/>
            <a:t>Node</a:t>
          </a:r>
          <a:r>
            <a:rPr lang="ar-EG" dirty="0" smtClean="0"/>
            <a:t> لكود </a:t>
          </a:r>
          <a:r>
            <a:rPr lang="en-US" dirty="0" smtClean="0"/>
            <a:t>C++</a:t>
          </a:r>
          <a:endParaRPr lang="en-US" dirty="0"/>
        </a:p>
      </dgm:t>
    </dgm:pt>
    <dgm:pt modelId="{1BD3F113-4176-4265-90EB-1806C9263A91}" type="parTrans" cxnId="{76FB65B5-64D2-4BD4-87B6-B0B70AF266D9}">
      <dgm:prSet/>
      <dgm:spPr/>
      <dgm:t>
        <a:bodyPr/>
        <a:lstStyle/>
        <a:p>
          <a:endParaRPr lang="en-US"/>
        </a:p>
      </dgm:t>
    </dgm:pt>
    <dgm:pt modelId="{DE6AEFE8-E82A-4D63-87E2-026068739D08}" type="sibTrans" cxnId="{76FB65B5-64D2-4BD4-87B6-B0B70AF266D9}">
      <dgm:prSet/>
      <dgm:spPr/>
      <dgm:t>
        <a:bodyPr/>
        <a:lstStyle/>
        <a:p>
          <a:endParaRPr lang="en-US"/>
        </a:p>
      </dgm:t>
    </dgm:pt>
    <dgm:pt modelId="{4AD1E432-FA86-47EB-B887-78FD6A028F42}">
      <dgm:prSet phldrT="[Text]"/>
      <dgm:spPr/>
      <dgm:t>
        <a:bodyPr/>
        <a:lstStyle/>
        <a:p>
          <a:r>
            <a:rPr lang="en-US" dirty="0" smtClean="0"/>
            <a:t>Code output</a:t>
          </a:r>
          <a:endParaRPr lang="en-US" dirty="0"/>
        </a:p>
      </dgm:t>
    </dgm:pt>
    <dgm:pt modelId="{58DE8F50-1EDB-43A8-891D-03A49EFD624B}" type="parTrans" cxnId="{C14C5BEB-56AB-4F2E-A165-C78FC002BEF2}">
      <dgm:prSet/>
      <dgm:spPr/>
      <dgm:t>
        <a:bodyPr/>
        <a:lstStyle/>
        <a:p>
          <a:endParaRPr lang="en-US"/>
        </a:p>
      </dgm:t>
    </dgm:pt>
    <dgm:pt modelId="{F6407711-BFAB-4E88-8B87-05E97C3DC48F}" type="sibTrans" cxnId="{C14C5BEB-56AB-4F2E-A165-C78FC002BEF2}">
      <dgm:prSet/>
      <dgm:spPr/>
      <dgm:t>
        <a:bodyPr/>
        <a:lstStyle/>
        <a:p>
          <a:endParaRPr lang="en-US"/>
        </a:p>
      </dgm:t>
    </dgm:pt>
    <dgm:pt modelId="{182541DA-A4F2-48A5-84F1-C6E3233D84D5}">
      <dgm:prSet phldrT="[Text]"/>
      <dgm:spPr/>
      <dgm:t>
        <a:bodyPr/>
        <a:lstStyle/>
        <a:p>
          <a:pPr rtl="1"/>
          <a:r>
            <a:rPr lang="ar-EG" dirty="0" smtClean="0"/>
            <a:t>ينتج ملف </a:t>
          </a:r>
          <a:r>
            <a:rPr lang="en-US" dirty="0" smtClean="0"/>
            <a:t>.</a:t>
          </a:r>
          <a:r>
            <a:rPr lang="en-US" dirty="0" err="1" smtClean="0"/>
            <a:t>cpp</a:t>
          </a:r>
          <a:r>
            <a:rPr lang="ar-EG" dirty="0" smtClean="0"/>
            <a:t> قابل للتشغيل </a:t>
          </a:r>
          <a:endParaRPr lang="en-US" dirty="0"/>
        </a:p>
      </dgm:t>
    </dgm:pt>
    <dgm:pt modelId="{1770509B-E5FB-4387-B425-D4D03152EE55}" type="parTrans" cxnId="{348C8289-DD0B-4492-9260-E070474E227E}">
      <dgm:prSet/>
      <dgm:spPr/>
      <dgm:t>
        <a:bodyPr/>
        <a:lstStyle/>
        <a:p>
          <a:endParaRPr lang="en-US"/>
        </a:p>
      </dgm:t>
    </dgm:pt>
    <dgm:pt modelId="{5E66AC0B-E8CC-469B-BDA3-60D46368677A}" type="sibTrans" cxnId="{348C8289-DD0B-4492-9260-E070474E227E}">
      <dgm:prSet/>
      <dgm:spPr/>
      <dgm:t>
        <a:bodyPr/>
        <a:lstStyle/>
        <a:p>
          <a:endParaRPr lang="en-US"/>
        </a:p>
      </dgm:t>
    </dgm:pt>
    <dgm:pt modelId="{44F55702-1A2B-4CB4-819B-50C57816D67B}">
      <dgm:prSet phldrT="[Text]"/>
      <dgm:spPr/>
      <dgm:t>
        <a:bodyPr/>
        <a:lstStyle/>
        <a:p>
          <a:pPr rtl="1"/>
          <a:r>
            <a:rPr lang="en-US" dirty="0" smtClean="0"/>
            <a:t>Run + GUI</a:t>
          </a:r>
          <a:endParaRPr lang="en-US" dirty="0"/>
        </a:p>
      </dgm:t>
    </dgm:pt>
    <dgm:pt modelId="{2ABC0880-C9C2-422D-A567-9918BEA079C9}" type="parTrans" cxnId="{17CC03B7-DC82-4286-B2F2-C54B6D3CB8DB}">
      <dgm:prSet/>
      <dgm:spPr/>
      <dgm:t>
        <a:bodyPr/>
        <a:lstStyle/>
        <a:p>
          <a:endParaRPr lang="en-US"/>
        </a:p>
      </dgm:t>
    </dgm:pt>
    <dgm:pt modelId="{E00949A5-62A7-4F67-B576-D06BA6855BA7}" type="sibTrans" cxnId="{17CC03B7-DC82-4286-B2F2-C54B6D3CB8DB}">
      <dgm:prSet/>
      <dgm:spPr/>
      <dgm:t>
        <a:bodyPr/>
        <a:lstStyle/>
        <a:p>
          <a:endParaRPr lang="en-US"/>
        </a:p>
      </dgm:t>
    </dgm:pt>
    <dgm:pt modelId="{F5768225-FB00-4ED5-86EA-53C4EA1811BA}">
      <dgm:prSet phldrT="[Text]"/>
      <dgm:spPr/>
      <dgm:t>
        <a:bodyPr/>
        <a:lstStyle/>
        <a:p>
          <a:pPr rtl="1"/>
          <a:r>
            <a:rPr lang="ar-EG" dirty="0" smtClean="0"/>
            <a:t>يعرض النتائج عبر واجه </a:t>
          </a:r>
          <a:r>
            <a:rPr lang="en-US" dirty="0" smtClean="0"/>
            <a:t>GUI</a:t>
          </a:r>
          <a:endParaRPr lang="en-US" dirty="0"/>
        </a:p>
      </dgm:t>
    </dgm:pt>
    <dgm:pt modelId="{3698C00F-9C4C-4E58-9033-142084F8BC30}" type="parTrans" cxnId="{7DFCE79C-2993-40D2-B4EC-1D4422CF82FD}">
      <dgm:prSet/>
      <dgm:spPr/>
      <dgm:t>
        <a:bodyPr/>
        <a:lstStyle/>
        <a:p>
          <a:endParaRPr lang="en-US"/>
        </a:p>
      </dgm:t>
    </dgm:pt>
    <dgm:pt modelId="{38744EB1-7664-4177-9E60-4BE6F60013F7}" type="sibTrans" cxnId="{7DFCE79C-2993-40D2-B4EC-1D4422CF82FD}">
      <dgm:prSet/>
      <dgm:spPr/>
      <dgm:t>
        <a:bodyPr/>
        <a:lstStyle/>
        <a:p>
          <a:endParaRPr lang="en-US"/>
        </a:p>
      </dgm:t>
    </dgm:pt>
    <dgm:pt modelId="{3A3ECE2A-2833-40CA-97D8-E3E0FDDF0535}" type="pres">
      <dgm:prSet presAssocID="{5E35BA6B-FAF7-46EC-A85F-11CE5EE269FC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E6CB123-77A4-4CEC-9740-D8F71C66C05E}" type="pres">
      <dgm:prSet presAssocID="{190004DC-99C4-4D6C-B4CE-E728329FDB59}" presName="composite" presStyleCnt="0"/>
      <dgm:spPr/>
    </dgm:pt>
    <dgm:pt modelId="{8FB8D09B-8320-4220-B01B-DDDAAAA9C9DE}" type="pres">
      <dgm:prSet presAssocID="{190004DC-99C4-4D6C-B4CE-E728329FDB59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6271D4-1BFD-42A8-8771-521D44D19494}" type="pres">
      <dgm:prSet presAssocID="{190004DC-99C4-4D6C-B4CE-E728329FDB59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8FF9FD-238C-4152-8104-711A7993873F}" type="pres">
      <dgm:prSet presAssocID="{75A94873-BF50-446C-A754-3F88CADEEFB6}" presName="sp" presStyleCnt="0"/>
      <dgm:spPr/>
    </dgm:pt>
    <dgm:pt modelId="{D9E65031-3E52-40BE-A5CB-57947CD32E22}" type="pres">
      <dgm:prSet presAssocID="{41F20CCA-C488-4F73-A22B-67D1EBB128B8}" presName="composite" presStyleCnt="0"/>
      <dgm:spPr/>
    </dgm:pt>
    <dgm:pt modelId="{8E5E6DFE-6D03-44B5-94E5-85784BB27226}" type="pres">
      <dgm:prSet presAssocID="{41F20CCA-C488-4F73-A22B-67D1EBB128B8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208450-04BE-4731-BC07-B6DD4834C14C}" type="pres">
      <dgm:prSet presAssocID="{41F20CCA-C488-4F73-A22B-67D1EBB128B8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E37615-E997-40EC-BA62-DF4BC042E1C7}" type="pres">
      <dgm:prSet presAssocID="{C06AE260-4252-41AA-B992-475D82FF9E0F}" presName="sp" presStyleCnt="0"/>
      <dgm:spPr/>
    </dgm:pt>
    <dgm:pt modelId="{5ED59E45-5A09-490C-AEFB-2AACE8008EFF}" type="pres">
      <dgm:prSet presAssocID="{4AD1E432-FA86-47EB-B887-78FD6A028F42}" presName="composite" presStyleCnt="0"/>
      <dgm:spPr/>
    </dgm:pt>
    <dgm:pt modelId="{72F450AE-B7EB-47D6-9CC0-379B39394316}" type="pres">
      <dgm:prSet presAssocID="{4AD1E432-FA86-47EB-B887-78FD6A028F42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6FFE8F-6B23-4871-B914-D4AD38A1060D}" type="pres">
      <dgm:prSet presAssocID="{4AD1E432-FA86-47EB-B887-78FD6A028F42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4D6476-0C14-4DAC-9BAB-D95CF1771927}" type="pres">
      <dgm:prSet presAssocID="{F6407711-BFAB-4E88-8B87-05E97C3DC48F}" presName="sp" presStyleCnt="0"/>
      <dgm:spPr/>
    </dgm:pt>
    <dgm:pt modelId="{AC7B3518-98EB-4B33-98AF-4190FABC6764}" type="pres">
      <dgm:prSet presAssocID="{44F55702-1A2B-4CB4-819B-50C57816D67B}" presName="composite" presStyleCnt="0"/>
      <dgm:spPr/>
    </dgm:pt>
    <dgm:pt modelId="{B804D379-3404-4E9C-83BC-24252F8D2B85}" type="pres">
      <dgm:prSet presAssocID="{44F55702-1A2B-4CB4-819B-50C57816D67B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B3888E-E6EB-4916-8710-B0F53564C6A5}" type="pres">
      <dgm:prSet presAssocID="{44F55702-1A2B-4CB4-819B-50C57816D67B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6147EAA-5363-4F30-B703-9621ED71E6E9}" type="presOf" srcId="{5E35BA6B-FAF7-46EC-A85F-11CE5EE269FC}" destId="{3A3ECE2A-2833-40CA-97D8-E3E0FDDF0535}" srcOrd="0" destOrd="0" presId="urn:microsoft.com/office/officeart/2005/8/layout/chevron2"/>
    <dgm:cxn modelId="{7DFCE79C-2993-40D2-B4EC-1D4422CF82FD}" srcId="{44F55702-1A2B-4CB4-819B-50C57816D67B}" destId="{F5768225-FB00-4ED5-86EA-53C4EA1811BA}" srcOrd="0" destOrd="0" parTransId="{3698C00F-9C4C-4E58-9033-142084F8BC30}" sibTransId="{38744EB1-7664-4177-9E60-4BE6F60013F7}"/>
    <dgm:cxn modelId="{6512DA10-68EA-4825-AA2B-5C512922AAEE}" type="presOf" srcId="{41F20CCA-C488-4F73-A22B-67D1EBB128B8}" destId="{8E5E6DFE-6D03-44B5-94E5-85784BB27226}" srcOrd="0" destOrd="0" presId="urn:microsoft.com/office/officeart/2005/8/layout/chevron2"/>
    <dgm:cxn modelId="{80CE8F95-957A-4943-80D2-1BBFE34898D5}" type="presOf" srcId="{182541DA-A4F2-48A5-84F1-C6E3233D84D5}" destId="{126FFE8F-6B23-4871-B914-D4AD38A1060D}" srcOrd="0" destOrd="0" presId="urn:microsoft.com/office/officeart/2005/8/layout/chevron2"/>
    <dgm:cxn modelId="{6A92B3C9-E3DA-4CEA-A69E-C1055E43819F}" type="presOf" srcId="{4AD1E432-FA86-47EB-B887-78FD6A028F42}" destId="{72F450AE-B7EB-47D6-9CC0-379B39394316}" srcOrd="0" destOrd="0" presId="urn:microsoft.com/office/officeart/2005/8/layout/chevron2"/>
    <dgm:cxn modelId="{2C2486BE-9E23-4C86-9F34-DBEA394DD20E}" type="presOf" srcId="{190004DC-99C4-4D6C-B4CE-E728329FDB59}" destId="{8FB8D09B-8320-4220-B01B-DDDAAAA9C9DE}" srcOrd="0" destOrd="0" presId="urn:microsoft.com/office/officeart/2005/8/layout/chevron2"/>
    <dgm:cxn modelId="{C14C5BEB-56AB-4F2E-A165-C78FC002BEF2}" srcId="{5E35BA6B-FAF7-46EC-A85F-11CE5EE269FC}" destId="{4AD1E432-FA86-47EB-B887-78FD6A028F42}" srcOrd="2" destOrd="0" parTransId="{58DE8F50-1EDB-43A8-891D-03A49EFD624B}" sibTransId="{F6407711-BFAB-4E88-8B87-05E97C3DC48F}"/>
    <dgm:cxn modelId="{E784211C-F9FF-4C38-B13D-C6B35B8B54EE}" srcId="{5E35BA6B-FAF7-46EC-A85F-11CE5EE269FC}" destId="{41F20CCA-C488-4F73-A22B-67D1EBB128B8}" srcOrd="1" destOrd="0" parTransId="{62C4AC84-67AE-4A2F-80D9-370B8A2345C1}" sibTransId="{C06AE260-4252-41AA-B992-475D82FF9E0F}"/>
    <dgm:cxn modelId="{6B5AB6BF-DB49-4331-B39F-74D71C03C461}" type="presOf" srcId="{1683360F-495B-4A37-947A-22F9578AC3D0}" destId="{9D6271D4-1BFD-42A8-8771-521D44D19494}" srcOrd="0" destOrd="0" presId="urn:microsoft.com/office/officeart/2005/8/layout/chevron2"/>
    <dgm:cxn modelId="{06E6BB7D-EAB8-4EE9-B676-7579B1E0692F}" type="presOf" srcId="{44F55702-1A2B-4CB4-819B-50C57816D67B}" destId="{B804D379-3404-4E9C-83BC-24252F8D2B85}" srcOrd="0" destOrd="0" presId="urn:microsoft.com/office/officeart/2005/8/layout/chevron2"/>
    <dgm:cxn modelId="{348C8289-DD0B-4492-9260-E070474E227E}" srcId="{4AD1E432-FA86-47EB-B887-78FD6A028F42}" destId="{182541DA-A4F2-48A5-84F1-C6E3233D84D5}" srcOrd="0" destOrd="0" parTransId="{1770509B-E5FB-4387-B425-D4D03152EE55}" sibTransId="{5E66AC0B-E8CC-469B-BDA3-60D46368677A}"/>
    <dgm:cxn modelId="{6445B8E5-4CB2-4E49-962D-F2D4230BFE53}" type="presOf" srcId="{959230D0-FAFE-46F0-BF67-47C804851B0E}" destId="{F8208450-04BE-4731-BC07-B6DD4834C14C}" srcOrd="0" destOrd="0" presId="urn:microsoft.com/office/officeart/2005/8/layout/chevron2"/>
    <dgm:cxn modelId="{7C3ECBE6-59CF-4BD0-9EF8-3377C734303C}" type="presOf" srcId="{F5768225-FB00-4ED5-86EA-53C4EA1811BA}" destId="{10B3888E-E6EB-4916-8710-B0F53564C6A5}" srcOrd="0" destOrd="0" presId="urn:microsoft.com/office/officeart/2005/8/layout/chevron2"/>
    <dgm:cxn modelId="{3973AFF5-119C-4E67-8116-44C027EA5AA5}" srcId="{5E35BA6B-FAF7-46EC-A85F-11CE5EE269FC}" destId="{190004DC-99C4-4D6C-B4CE-E728329FDB59}" srcOrd="0" destOrd="0" parTransId="{632E71FC-20F3-49A3-BE80-1A3A7B624E6B}" sibTransId="{75A94873-BF50-446C-A754-3F88CADEEFB6}"/>
    <dgm:cxn modelId="{17CC03B7-DC82-4286-B2F2-C54B6D3CB8DB}" srcId="{5E35BA6B-FAF7-46EC-A85F-11CE5EE269FC}" destId="{44F55702-1A2B-4CB4-819B-50C57816D67B}" srcOrd="3" destOrd="0" parTransId="{2ABC0880-C9C2-422D-A567-9918BEA079C9}" sibTransId="{E00949A5-62A7-4F67-B576-D06BA6855BA7}"/>
    <dgm:cxn modelId="{76FB65B5-64D2-4BD4-87B6-B0B70AF266D9}" srcId="{41F20CCA-C488-4F73-A22B-67D1EBB128B8}" destId="{959230D0-FAFE-46F0-BF67-47C804851B0E}" srcOrd="0" destOrd="0" parTransId="{1BD3F113-4176-4265-90EB-1806C9263A91}" sibTransId="{DE6AEFE8-E82A-4D63-87E2-026068739D08}"/>
    <dgm:cxn modelId="{952DB629-B608-494C-8969-9A4F3676F6EF}" srcId="{190004DC-99C4-4D6C-B4CE-E728329FDB59}" destId="{1683360F-495B-4A37-947A-22F9578AC3D0}" srcOrd="0" destOrd="0" parTransId="{90DCAA99-2389-4EEC-A4BB-9BBCADA60C6F}" sibTransId="{15994BC4-E8D4-42B2-827E-94B5ED1BA6C0}"/>
    <dgm:cxn modelId="{DE1F3CF1-489E-407B-A30C-FDE42FD91F55}" type="presParOf" srcId="{3A3ECE2A-2833-40CA-97D8-E3E0FDDF0535}" destId="{EE6CB123-77A4-4CEC-9740-D8F71C66C05E}" srcOrd="0" destOrd="0" presId="urn:microsoft.com/office/officeart/2005/8/layout/chevron2"/>
    <dgm:cxn modelId="{9E431C04-DC69-4297-8896-244ED50B6153}" type="presParOf" srcId="{EE6CB123-77A4-4CEC-9740-D8F71C66C05E}" destId="{8FB8D09B-8320-4220-B01B-DDDAAAA9C9DE}" srcOrd="0" destOrd="0" presId="urn:microsoft.com/office/officeart/2005/8/layout/chevron2"/>
    <dgm:cxn modelId="{E934580D-25C5-4183-BEBF-1B8D8F47A3C8}" type="presParOf" srcId="{EE6CB123-77A4-4CEC-9740-D8F71C66C05E}" destId="{9D6271D4-1BFD-42A8-8771-521D44D19494}" srcOrd="1" destOrd="0" presId="urn:microsoft.com/office/officeart/2005/8/layout/chevron2"/>
    <dgm:cxn modelId="{5CFB790A-857E-404E-A1CE-BF2CA13F4CF7}" type="presParOf" srcId="{3A3ECE2A-2833-40CA-97D8-E3E0FDDF0535}" destId="{108FF9FD-238C-4152-8104-711A7993873F}" srcOrd="1" destOrd="0" presId="urn:microsoft.com/office/officeart/2005/8/layout/chevron2"/>
    <dgm:cxn modelId="{F5D05785-38BE-44D3-991E-7740F92D2675}" type="presParOf" srcId="{3A3ECE2A-2833-40CA-97D8-E3E0FDDF0535}" destId="{D9E65031-3E52-40BE-A5CB-57947CD32E22}" srcOrd="2" destOrd="0" presId="urn:microsoft.com/office/officeart/2005/8/layout/chevron2"/>
    <dgm:cxn modelId="{7B777A03-4F4B-43F0-8D6F-A4E2C46E7ADE}" type="presParOf" srcId="{D9E65031-3E52-40BE-A5CB-57947CD32E22}" destId="{8E5E6DFE-6D03-44B5-94E5-85784BB27226}" srcOrd="0" destOrd="0" presId="urn:microsoft.com/office/officeart/2005/8/layout/chevron2"/>
    <dgm:cxn modelId="{02D750F3-4935-4B54-882E-B39CAA66E15A}" type="presParOf" srcId="{D9E65031-3E52-40BE-A5CB-57947CD32E22}" destId="{F8208450-04BE-4731-BC07-B6DD4834C14C}" srcOrd="1" destOrd="0" presId="urn:microsoft.com/office/officeart/2005/8/layout/chevron2"/>
    <dgm:cxn modelId="{D46D0000-23A4-4B37-B242-61F560CAFED6}" type="presParOf" srcId="{3A3ECE2A-2833-40CA-97D8-E3E0FDDF0535}" destId="{04E37615-E997-40EC-BA62-DF4BC042E1C7}" srcOrd="3" destOrd="0" presId="urn:microsoft.com/office/officeart/2005/8/layout/chevron2"/>
    <dgm:cxn modelId="{929AA60B-3A13-4F90-B2B3-9C9D38B7960C}" type="presParOf" srcId="{3A3ECE2A-2833-40CA-97D8-E3E0FDDF0535}" destId="{5ED59E45-5A09-490C-AEFB-2AACE8008EFF}" srcOrd="4" destOrd="0" presId="urn:microsoft.com/office/officeart/2005/8/layout/chevron2"/>
    <dgm:cxn modelId="{36E7F2BB-795A-4C31-9C57-6089CA5EE6AE}" type="presParOf" srcId="{5ED59E45-5A09-490C-AEFB-2AACE8008EFF}" destId="{72F450AE-B7EB-47D6-9CC0-379B39394316}" srcOrd="0" destOrd="0" presId="urn:microsoft.com/office/officeart/2005/8/layout/chevron2"/>
    <dgm:cxn modelId="{F0274789-1B96-4587-8D41-1A234B53C684}" type="presParOf" srcId="{5ED59E45-5A09-490C-AEFB-2AACE8008EFF}" destId="{126FFE8F-6B23-4871-B914-D4AD38A1060D}" srcOrd="1" destOrd="0" presId="urn:microsoft.com/office/officeart/2005/8/layout/chevron2"/>
    <dgm:cxn modelId="{36FB9A07-4C8E-4B93-8925-E23E5F9095DB}" type="presParOf" srcId="{3A3ECE2A-2833-40CA-97D8-E3E0FDDF0535}" destId="{AA4D6476-0C14-4DAC-9BAB-D95CF1771927}" srcOrd="5" destOrd="0" presId="urn:microsoft.com/office/officeart/2005/8/layout/chevron2"/>
    <dgm:cxn modelId="{D9A12DBC-E4C1-4C1B-A6AA-658FBE85AE8B}" type="presParOf" srcId="{3A3ECE2A-2833-40CA-97D8-E3E0FDDF0535}" destId="{AC7B3518-98EB-4B33-98AF-4190FABC6764}" srcOrd="6" destOrd="0" presId="urn:microsoft.com/office/officeart/2005/8/layout/chevron2"/>
    <dgm:cxn modelId="{63ACA0C5-BB93-42F4-B958-900E7E04FF19}" type="presParOf" srcId="{AC7B3518-98EB-4B33-98AF-4190FABC6764}" destId="{B804D379-3404-4E9C-83BC-24252F8D2B85}" srcOrd="0" destOrd="0" presId="urn:microsoft.com/office/officeart/2005/8/layout/chevron2"/>
    <dgm:cxn modelId="{1D927309-BDEE-466E-B47D-6D36B45D74F4}" type="presParOf" srcId="{AC7B3518-98EB-4B33-98AF-4190FABC6764}" destId="{10B3888E-E6EB-4916-8710-B0F53564C6A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37E792-A747-4521-B82F-F78B88385035}">
      <dsp:nvSpPr>
        <dsp:cNvPr id="0" name=""/>
        <dsp:cNvSpPr/>
      </dsp:nvSpPr>
      <dsp:spPr>
        <a:xfrm>
          <a:off x="187124" y="2769"/>
          <a:ext cx="2266541" cy="1691925"/>
        </a:xfrm>
        <a:prstGeom prst="round2SameRect">
          <a:avLst>
            <a:gd name="adj1" fmla="val 8000"/>
            <a:gd name="adj2" fmla="val 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76200" rIns="25400" bIns="25400" numCol="1" spcCol="1270" anchor="t" anchorCtr="0">
          <a:noAutofit/>
        </a:bodyPr>
        <a:lstStyle/>
        <a:p>
          <a:pPr marL="228600" lvl="1" indent="-228600" algn="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r-EG" sz="2000" kern="1200" dirty="0" smtClean="0"/>
            <a:t>ياخد الكود ويفصلو لمجموعة من ال </a:t>
          </a:r>
          <a:r>
            <a:rPr lang="en-US" sz="2000" kern="1200" dirty="0" smtClean="0"/>
            <a:t>TOKENS</a:t>
          </a:r>
          <a:r>
            <a:rPr lang="ar-EG" sz="2000" kern="1200" dirty="0" smtClean="0"/>
            <a:t> </a:t>
          </a:r>
          <a:endParaRPr lang="en-US" sz="2000" kern="1200" dirty="0"/>
        </a:p>
      </dsp:txBody>
      <dsp:txXfrm>
        <a:off x="226768" y="42413"/>
        <a:ext cx="2187253" cy="1652281"/>
      </dsp:txXfrm>
    </dsp:sp>
    <dsp:sp modelId="{02D0789D-C9F3-4BCF-8AA5-725B9EAA0DEF}">
      <dsp:nvSpPr>
        <dsp:cNvPr id="0" name=""/>
        <dsp:cNvSpPr/>
      </dsp:nvSpPr>
      <dsp:spPr>
        <a:xfrm>
          <a:off x="187124" y="1694694"/>
          <a:ext cx="2266541" cy="7275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0" rIns="2794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i="1" kern="1200" dirty="0" smtClean="0"/>
            <a:t>1: SCANNER</a:t>
          </a:r>
          <a:endParaRPr lang="en-US" sz="2200" b="1" i="1" kern="1200" dirty="0"/>
        </a:p>
      </dsp:txBody>
      <dsp:txXfrm>
        <a:off x="187124" y="1694694"/>
        <a:ext cx="1596155" cy="727527"/>
      </dsp:txXfrm>
    </dsp:sp>
    <dsp:sp modelId="{BA3C8773-1930-4209-9B9A-6BB3C41D71BA}">
      <dsp:nvSpPr>
        <dsp:cNvPr id="0" name=""/>
        <dsp:cNvSpPr/>
      </dsp:nvSpPr>
      <dsp:spPr>
        <a:xfrm>
          <a:off x="1117578" y="2827181"/>
          <a:ext cx="793289" cy="793289"/>
        </a:xfrm>
        <a:prstGeom prst="ellipse">
          <a:avLst/>
        </a:prstGeom>
        <a:noFill/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002AB-78F3-4FD6-82FB-F26F494FCB4F}">
      <dsp:nvSpPr>
        <dsp:cNvPr id="0" name=""/>
        <dsp:cNvSpPr/>
      </dsp:nvSpPr>
      <dsp:spPr>
        <a:xfrm>
          <a:off x="2837218" y="2769"/>
          <a:ext cx="2266541" cy="1691925"/>
        </a:xfrm>
        <a:prstGeom prst="round2SameRect">
          <a:avLst>
            <a:gd name="adj1" fmla="val 8000"/>
            <a:gd name="adj2" fmla="val 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76200" rIns="25400" bIns="25400" numCol="1" spcCol="1270" anchor="t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r-EG" sz="2000" kern="1200" dirty="0" smtClean="0"/>
            <a:t>نقرأ ال</a:t>
          </a:r>
          <a:r>
            <a:rPr lang="en-US" sz="2000" kern="1200" dirty="0" smtClean="0"/>
            <a:t>tokens </a:t>
          </a:r>
          <a:r>
            <a:rPr lang="ar-EG" sz="2000" kern="1200" dirty="0" smtClean="0"/>
            <a:t>من ال</a:t>
          </a:r>
          <a:r>
            <a:rPr lang="en-US" sz="2000" kern="1200" dirty="0" smtClean="0"/>
            <a:t>scanner </a:t>
          </a:r>
        </a:p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r-EG" sz="2000" kern="1200" dirty="0" smtClean="0"/>
            <a:t>ويحوله الي </a:t>
          </a:r>
          <a:r>
            <a:rPr lang="en-US" sz="2000" kern="1200" dirty="0" smtClean="0"/>
            <a:t>AST </a:t>
          </a:r>
          <a:r>
            <a:rPr lang="ar-EG" sz="2000" kern="1200" dirty="0" smtClean="0"/>
            <a:t> ويتاكد ان ترتيبها صحيح حسب قواعد اللغة </a:t>
          </a:r>
          <a:endParaRPr lang="en-US" sz="2000" kern="1200" dirty="0"/>
        </a:p>
      </dsp:txBody>
      <dsp:txXfrm>
        <a:off x="2876862" y="42413"/>
        <a:ext cx="2187253" cy="1652281"/>
      </dsp:txXfrm>
    </dsp:sp>
    <dsp:sp modelId="{98E2FC07-08DC-4EF9-9ED7-0BB5CF167645}">
      <dsp:nvSpPr>
        <dsp:cNvPr id="0" name=""/>
        <dsp:cNvSpPr/>
      </dsp:nvSpPr>
      <dsp:spPr>
        <a:xfrm>
          <a:off x="2837218" y="1694694"/>
          <a:ext cx="2266541" cy="7275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0" rIns="2794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i="1" kern="1200" dirty="0" smtClean="0"/>
            <a:t>2: PARSER</a:t>
          </a:r>
          <a:endParaRPr lang="en-US" sz="2200" b="1" i="1" kern="1200" dirty="0"/>
        </a:p>
      </dsp:txBody>
      <dsp:txXfrm>
        <a:off x="2837218" y="1694694"/>
        <a:ext cx="1596155" cy="727527"/>
      </dsp:txXfrm>
    </dsp:sp>
    <dsp:sp modelId="{BFB5CE80-FAC0-47EB-A88C-BC4601A13C36}">
      <dsp:nvSpPr>
        <dsp:cNvPr id="0" name=""/>
        <dsp:cNvSpPr/>
      </dsp:nvSpPr>
      <dsp:spPr>
        <a:xfrm>
          <a:off x="816763" y="3808107"/>
          <a:ext cx="793289" cy="793289"/>
        </a:xfrm>
        <a:prstGeom prst="ellipse">
          <a:avLst/>
        </a:prstGeom>
        <a:noFill/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1606F0-2E27-4423-AC8D-54F05826BA66}">
      <dsp:nvSpPr>
        <dsp:cNvPr id="0" name=""/>
        <dsp:cNvSpPr/>
      </dsp:nvSpPr>
      <dsp:spPr>
        <a:xfrm>
          <a:off x="5487313" y="2769"/>
          <a:ext cx="2266541" cy="1691925"/>
        </a:xfrm>
        <a:prstGeom prst="round2SameRect">
          <a:avLst>
            <a:gd name="adj1" fmla="val 8000"/>
            <a:gd name="adj2" fmla="val 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76200" rIns="25400" bIns="25400" numCol="1" spcCol="1270" anchor="t" anchorCtr="0">
          <a:noAutofit/>
        </a:bodyPr>
        <a:lstStyle/>
        <a:p>
          <a:pPr marL="228600" lvl="1" indent="-228600" algn="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r-EG" sz="2000" kern="1200" dirty="0" smtClean="0"/>
            <a:t>التأكد من صحة الكود انه لا يحتوي علي اي اخطاء لغوية</a:t>
          </a:r>
          <a:endParaRPr lang="en-US" sz="2000" kern="1200" dirty="0"/>
        </a:p>
      </dsp:txBody>
      <dsp:txXfrm>
        <a:off x="5526957" y="42413"/>
        <a:ext cx="2187253" cy="1652281"/>
      </dsp:txXfrm>
    </dsp:sp>
    <dsp:sp modelId="{61C45FC2-D844-4432-9397-08A2E2204978}">
      <dsp:nvSpPr>
        <dsp:cNvPr id="0" name=""/>
        <dsp:cNvSpPr/>
      </dsp:nvSpPr>
      <dsp:spPr>
        <a:xfrm>
          <a:off x="5487313" y="1694694"/>
          <a:ext cx="2266541" cy="7275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0" rIns="2794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i="1" kern="1200" dirty="0" smtClean="0"/>
            <a:t>3: SEMANTIC</a:t>
          </a:r>
          <a:endParaRPr lang="en-US" sz="2200" b="1" i="1" kern="1200" dirty="0"/>
        </a:p>
      </dsp:txBody>
      <dsp:txXfrm>
        <a:off x="5487313" y="1694694"/>
        <a:ext cx="1596155" cy="727527"/>
      </dsp:txXfrm>
    </dsp:sp>
    <dsp:sp modelId="{5D4F8CFF-9DA9-492F-8DB7-F9D293CB56C2}">
      <dsp:nvSpPr>
        <dsp:cNvPr id="0" name=""/>
        <dsp:cNvSpPr/>
      </dsp:nvSpPr>
      <dsp:spPr>
        <a:xfrm>
          <a:off x="1149532" y="3430049"/>
          <a:ext cx="793289" cy="793289"/>
        </a:xfrm>
        <a:prstGeom prst="ellipse">
          <a:avLst/>
        </a:prstGeom>
        <a:noFill/>
        <a:ln w="15875" cap="flat" cmpd="sng" algn="ctr">
          <a:noFill/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CA0F497E-9A82-4889-9510-519C82B58246}">
      <dsp:nvSpPr>
        <dsp:cNvPr id="0" name=""/>
        <dsp:cNvSpPr/>
      </dsp:nvSpPr>
      <dsp:spPr>
        <a:xfrm>
          <a:off x="2930729" y="2996444"/>
          <a:ext cx="2266541" cy="1691925"/>
        </a:xfrm>
        <a:prstGeom prst="round2SameRect">
          <a:avLst>
            <a:gd name="adj1" fmla="val 8000"/>
            <a:gd name="adj2" fmla="val 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76200" rIns="25400" bIns="25400" numCol="1" spcCol="1270" anchor="t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r-EG" sz="2000" b="0" i="0" kern="1200" dirty="0" smtClean="0"/>
            <a:t>نقوم بتحويل الكود الي اي لغة اخري ثم يقوم بعمل</a:t>
          </a:r>
          <a:r>
            <a:rPr lang="en-US" sz="2000" b="0" i="0" kern="1200" dirty="0" smtClean="0"/>
            <a:t>run </a:t>
          </a:r>
          <a:r>
            <a:rPr lang="ar-EG" sz="2000" b="0" i="0" kern="1200" dirty="0" smtClean="0"/>
            <a:t> للكود</a:t>
          </a:r>
          <a:r>
            <a:rPr lang="en-US" sz="2000" b="0" i="0" kern="1200" dirty="0" smtClean="0"/>
            <a:t> </a:t>
          </a:r>
          <a:r>
            <a:rPr lang="ar-EG" sz="2000" b="0" i="0" kern="1200" dirty="0" smtClean="0"/>
            <a:t>ونظهر الناتج باستخدام </a:t>
          </a:r>
          <a:r>
            <a:rPr lang="en-US" sz="2000" b="0" i="0" kern="1200" dirty="0" smtClean="0"/>
            <a:t>GUI</a:t>
          </a:r>
          <a:endParaRPr lang="en-US" sz="2000" b="0" i="0" kern="1200" dirty="0"/>
        </a:p>
      </dsp:txBody>
      <dsp:txXfrm>
        <a:off x="2970373" y="3036088"/>
        <a:ext cx="2187253" cy="1652281"/>
      </dsp:txXfrm>
    </dsp:sp>
    <dsp:sp modelId="{CC7EABE7-0A0E-41A0-B341-081BB67B0423}">
      <dsp:nvSpPr>
        <dsp:cNvPr id="0" name=""/>
        <dsp:cNvSpPr/>
      </dsp:nvSpPr>
      <dsp:spPr>
        <a:xfrm>
          <a:off x="2930729" y="4688370"/>
          <a:ext cx="2266541" cy="7275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0" rIns="2794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i="1" kern="1200" dirty="0" smtClean="0"/>
            <a:t>4: CODE GENERATION</a:t>
          </a:r>
          <a:endParaRPr lang="en-US" sz="2200" b="1" i="1" kern="1200" dirty="0"/>
        </a:p>
      </dsp:txBody>
      <dsp:txXfrm>
        <a:off x="2930729" y="4688370"/>
        <a:ext cx="1596155" cy="727527"/>
      </dsp:txXfrm>
    </dsp:sp>
    <dsp:sp modelId="{776DEEDF-E37D-4659-A0CC-C96104FB5B7B}">
      <dsp:nvSpPr>
        <dsp:cNvPr id="0" name=""/>
        <dsp:cNvSpPr/>
      </dsp:nvSpPr>
      <dsp:spPr>
        <a:xfrm flipV="1">
          <a:off x="1030369" y="4280431"/>
          <a:ext cx="67128" cy="94417"/>
        </a:xfrm>
        <a:prstGeom prst="ellipse">
          <a:avLst/>
        </a:prstGeom>
        <a:noFill/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57CA0-74AC-4B05-9509-262743F7D4E5}">
      <dsp:nvSpPr>
        <dsp:cNvPr id="0" name=""/>
        <dsp:cNvSpPr/>
      </dsp:nvSpPr>
      <dsp:spPr>
        <a:xfrm>
          <a:off x="290" y="231699"/>
          <a:ext cx="619034" cy="388830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  <a:headEnd type="none" w="med" len="med"/>
          <a:tailEnd type="none" w="med" len="me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main</a:t>
          </a:r>
          <a:endParaRPr lang="en-US" sz="1700" kern="1200" dirty="0"/>
        </a:p>
      </dsp:txBody>
      <dsp:txXfrm>
        <a:off x="11678" y="243087"/>
        <a:ext cx="596258" cy="366054"/>
      </dsp:txXfrm>
    </dsp:sp>
    <dsp:sp modelId="{A5300A8F-DEBA-417D-A046-993EB276073D}">
      <dsp:nvSpPr>
        <dsp:cNvPr id="0" name=""/>
        <dsp:cNvSpPr/>
      </dsp:nvSpPr>
      <dsp:spPr>
        <a:xfrm>
          <a:off x="681228" y="349354"/>
          <a:ext cx="131235" cy="1535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681228" y="380058"/>
        <a:ext cx="91865" cy="92112"/>
      </dsp:txXfrm>
    </dsp:sp>
    <dsp:sp modelId="{1A03DA9C-407A-4C87-B59B-A5A458F9D2A5}">
      <dsp:nvSpPr>
        <dsp:cNvPr id="0" name=""/>
        <dsp:cNvSpPr/>
      </dsp:nvSpPr>
      <dsp:spPr>
        <a:xfrm>
          <a:off x="866938" y="231699"/>
          <a:ext cx="619034" cy="388830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1700" kern="1200" dirty="0" smtClean="0"/>
            <a:t>رئيسي</a:t>
          </a:r>
        </a:p>
      </dsp:txBody>
      <dsp:txXfrm>
        <a:off x="878326" y="243087"/>
        <a:ext cx="596258" cy="3660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57CA0-74AC-4B05-9509-262743F7D4E5}">
      <dsp:nvSpPr>
        <dsp:cNvPr id="0" name=""/>
        <dsp:cNvSpPr/>
      </dsp:nvSpPr>
      <dsp:spPr>
        <a:xfrm>
          <a:off x="290" y="223266"/>
          <a:ext cx="619034" cy="405697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print</a:t>
          </a:r>
          <a:endParaRPr lang="en-US" sz="1800" kern="1200" dirty="0"/>
        </a:p>
      </dsp:txBody>
      <dsp:txXfrm>
        <a:off x="12172" y="235148"/>
        <a:ext cx="595270" cy="381933"/>
      </dsp:txXfrm>
    </dsp:sp>
    <dsp:sp modelId="{A5300A8F-DEBA-417D-A046-993EB276073D}">
      <dsp:nvSpPr>
        <dsp:cNvPr id="0" name=""/>
        <dsp:cNvSpPr/>
      </dsp:nvSpPr>
      <dsp:spPr>
        <a:xfrm>
          <a:off x="681228" y="349354"/>
          <a:ext cx="131235" cy="1535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681228" y="380058"/>
        <a:ext cx="91865" cy="92112"/>
      </dsp:txXfrm>
    </dsp:sp>
    <dsp:sp modelId="{1A03DA9C-407A-4C87-B59B-A5A458F9D2A5}">
      <dsp:nvSpPr>
        <dsp:cNvPr id="0" name=""/>
        <dsp:cNvSpPr/>
      </dsp:nvSpPr>
      <dsp:spPr>
        <a:xfrm>
          <a:off x="866938" y="223266"/>
          <a:ext cx="619034" cy="405697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1800" kern="1200" dirty="0" smtClean="0"/>
            <a:t>اطبع</a:t>
          </a:r>
        </a:p>
      </dsp:txBody>
      <dsp:txXfrm>
        <a:off x="878820" y="235148"/>
        <a:ext cx="595270" cy="3819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57CA0-74AC-4B05-9509-262743F7D4E5}">
      <dsp:nvSpPr>
        <dsp:cNvPr id="0" name=""/>
        <dsp:cNvSpPr/>
      </dsp:nvSpPr>
      <dsp:spPr>
        <a:xfrm>
          <a:off x="290" y="223266"/>
          <a:ext cx="619034" cy="405697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if</a:t>
          </a:r>
          <a:endParaRPr lang="en-US" sz="1800" kern="1200" dirty="0"/>
        </a:p>
      </dsp:txBody>
      <dsp:txXfrm>
        <a:off x="12172" y="235148"/>
        <a:ext cx="595270" cy="381933"/>
      </dsp:txXfrm>
    </dsp:sp>
    <dsp:sp modelId="{A5300A8F-DEBA-417D-A046-993EB276073D}">
      <dsp:nvSpPr>
        <dsp:cNvPr id="0" name=""/>
        <dsp:cNvSpPr/>
      </dsp:nvSpPr>
      <dsp:spPr>
        <a:xfrm>
          <a:off x="681228" y="349354"/>
          <a:ext cx="131235" cy="1535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681228" y="380058"/>
        <a:ext cx="91865" cy="92112"/>
      </dsp:txXfrm>
    </dsp:sp>
    <dsp:sp modelId="{1A03DA9C-407A-4C87-B59B-A5A458F9D2A5}">
      <dsp:nvSpPr>
        <dsp:cNvPr id="0" name=""/>
        <dsp:cNvSpPr/>
      </dsp:nvSpPr>
      <dsp:spPr>
        <a:xfrm>
          <a:off x="866938" y="223266"/>
          <a:ext cx="619034" cy="405697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1800" kern="1200" dirty="0" smtClean="0"/>
            <a:t>اذا</a:t>
          </a:r>
        </a:p>
      </dsp:txBody>
      <dsp:txXfrm>
        <a:off x="878820" y="235148"/>
        <a:ext cx="595270" cy="3819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57CA0-74AC-4B05-9509-262743F7D4E5}">
      <dsp:nvSpPr>
        <dsp:cNvPr id="0" name=""/>
        <dsp:cNvSpPr/>
      </dsp:nvSpPr>
      <dsp:spPr>
        <a:xfrm>
          <a:off x="290" y="240404"/>
          <a:ext cx="619034" cy="371420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return</a:t>
          </a:r>
          <a:endParaRPr lang="en-US" sz="1500" kern="1200" dirty="0"/>
        </a:p>
      </dsp:txBody>
      <dsp:txXfrm>
        <a:off x="11169" y="251283"/>
        <a:ext cx="597276" cy="349662"/>
      </dsp:txXfrm>
    </dsp:sp>
    <dsp:sp modelId="{A5300A8F-DEBA-417D-A046-993EB276073D}">
      <dsp:nvSpPr>
        <dsp:cNvPr id="0" name=""/>
        <dsp:cNvSpPr/>
      </dsp:nvSpPr>
      <dsp:spPr>
        <a:xfrm>
          <a:off x="681228" y="349354"/>
          <a:ext cx="131235" cy="1535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681228" y="380058"/>
        <a:ext cx="91865" cy="92112"/>
      </dsp:txXfrm>
    </dsp:sp>
    <dsp:sp modelId="{1A03DA9C-407A-4C87-B59B-A5A458F9D2A5}">
      <dsp:nvSpPr>
        <dsp:cNvPr id="0" name=""/>
        <dsp:cNvSpPr/>
      </dsp:nvSpPr>
      <dsp:spPr>
        <a:xfrm>
          <a:off x="866938" y="240404"/>
          <a:ext cx="619034" cy="371420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1500" kern="1200" dirty="0" smtClean="0"/>
            <a:t>قف</a:t>
          </a:r>
        </a:p>
      </dsp:txBody>
      <dsp:txXfrm>
        <a:off x="877817" y="251283"/>
        <a:ext cx="597276" cy="3496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57CA0-74AC-4B05-9509-262743F7D4E5}">
      <dsp:nvSpPr>
        <dsp:cNvPr id="0" name=""/>
        <dsp:cNvSpPr/>
      </dsp:nvSpPr>
      <dsp:spPr>
        <a:xfrm>
          <a:off x="290" y="231699"/>
          <a:ext cx="619034" cy="388830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while</a:t>
          </a:r>
          <a:endParaRPr lang="en-US" sz="1700" kern="1200" dirty="0"/>
        </a:p>
      </dsp:txBody>
      <dsp:txXfrm>
        <a:off x="11678" y="243087"/>
        <a:ext cx="596258" cy="366054"/>
      </dsp:txXfrm>
    </dsp:sp>
    <dsp:sp modelId="{A5300A8F-DEBA-417D-A046-993EB276073D}">
      <dsp:nvSpPr>
        <dsp:cNvPr id="0" name=""/>
        <dsp:cNvSpPr/>
      </dsp:nvSpPr>
      <dsp:spPr>
        <a:xfrm>
          <a:off x="681228" y="349354"/>
          <a:ext cx="131235" cy="1535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681228" y="380058"/>
        <a:ext cx="91865" cy="92112"/>
      </dsp:txXfrm>
    </dsp:sp>
    <dsp:sp modelId="{1A03DA9C-407A-4C87-B59B-A5A458F9D2A5}">
      <dsp:nvSpPr>
        <dsp:cNvPr id="0" name=""/>
        <dsp:cNvSpPr/>
      </dsp:nvSpPr>
      <dsp:spPr>
        <a:xfrm>
          <a:off x="866938" y="231699"/>
          <a:ext cx="619034" cy="388830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1700" kern="1200" dirty="0" smtClean="0"/>
            <a:t>بينما</a:t>
          </a:r>
        </a:p>
      </dsp:txBody>
      <dsp:txXfrm>
        <a:off x="878326" y="243087"/>
        <a:ext cx="596258" cy="3660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57CA0-74AC-4B05-9509-262743F7D4E5}">
      <dsp:nvSpPr>
        <dsp:cNvPr id="0" name=""/>
        <dsp:cNvSpPr/>
      </dsp:nvSpPr>
      <dsp:spPr>
        <a:xfrm>
          <a:off x="290" y="223266"/>
          <a:ext cx="619034" cy="405697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/>
            <a:t>int</a:t>
          </a:r>
          <a:endParaRPr lang="en-US" sz="1800" kern="1200" dirty="0"/>
        </a:p>
      </dsp:txBody>
      <dsp:txXfrm>
        <a:off x="12172" y="235148"/>
        <a:ext cx="595270" cy="381933"/>
      </dsp:txXfrm>
    </dsp:sp>
    <dsp:sp modelId="{A5300A8F-DEBA-417D-A046-993EB276073D}">
      <dsp:nvSpPr>
        <dsp:cNvPr id="0" name=""/>
        <dsp:cNvSpPr/>
      </dsp:nvSpPr>
      <dsp:spPr>
        <a:xfrm>
          <a:off x="681228" y="349354"/>
          <a:ext cx="131235" cy="1535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681228" y="380058"/>
        <a:ext cx="91865" cy="92112"/>
      </dsp:txXfrm>
    </dsp:sp>
    <dsp:sp modelId="{1A03DA9C-407A-4C87-B59B-A5A458F9D2A5}">
      <dsp:nvSpPr>
        <dsp:cNvPr id="0" name=""/>
        <dsp:cNvSpPr/>
      </dsp:nvSpPr>
      <dsp:spPr>
        <a:xfrm>
          <a:off x="866938" y="223266"/>
          <a:ext cx="619034" cy="405697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1800" kern="1200" dirty="0" smtClean="0"/>
            <a:t>رقم</a:t>
          </a:r>
        </a:p>
      </dsp:txBody>
      <dsp:txXfrm>
        <a:off x="878820" y="235148"/>
        <a:ext cx="595270" cy="38193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57CA0-74AC-4B05-9509-262743F7D4E5}">
      <dsp:nvSpPr>
        <dsp:cNvPr id="0" name=""/>
        <dsp:cNvSpPr/>
      </dsp:nvSpPr>
      <dsp:spPr>
        <a:xfrm>
          <a:off x="290" y="240404"/>
          <a:ext cx="619034" cy="371420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float</a:t>
          </a:r>
          <a:endParaRPr lang="en-US" sz="1600" kern="1200" dirty="0"/>
        </a:p>
      </dsp:txBody>
      <dsp:txXfrm>
        <a:off x="11169" y="251283"/>
        <a:ext cx="597276" cy="349662"/>
      </dsp:txXfrm>
    </dsp:sp>
    <dsp:sp modelId="{A5300A8F-DEBA-417D-A046-993EB276073D}">
      <dsp:nvSpPr>
        <dsp:cNvPr id="0" name=""/>
        <dsp:cNvSpPr/>
      </dsp:nvSpPr>
      <dsp:spPr>
        <a:xfrm>
          <a:off x="681228" y="349354"/>
          <a:ext cx="131235" cy="1535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681228" y="380058"/>
        <a:ext cx="91865" cy="92112"/>
      </dsp:txXfrm>
    </dsp:sp>
    <dsp:sp modelId="{1A03DA9C-407A-4C87-B59B-A5A458F9D2A5}">
      <dsp:nvSpPr>
        <dsp:cNvPr id="0" name=""/>
        <dsp:cNvSpPr/>
      </dsp:nvSpPr>
      <dsp:spPr>
        <a:xfrm>
          <a:off x="866938" y="240404"/>
          <a:ext cx="619034" cy="371420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1600" kern="1200" dirty="0" smtClean="0"/>
            <a:t>عشري</a:t>
          </a:r>
        </a:p>
      </dsp:txBody>
      <dsp:txXfrm>
        <a:off x="877817" y="251283"/>
        <a:ext cx="597276" cy="3496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57CA0-74AC-4B05-9509-262743F7D4E5}">
      <dsp:nvSpPr>
        <dsp:cNvPr id="0" name=""/>
        <dsp:cNvSpPr/>
      </dsp:nvSpPr>
      <dsp:spPr>
        <a:xfrm>
          <a:off x="290" y="240404"/>
          <a:ext cx="619034" cy="371420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string</a:t>
          </a:r>
          <a:endParaRPr lang="en-US" sz="1600" kern="1200" dirty="0"/>
        </a:p>
      </dsp:txBody>
      <dsp:txXfrm>
        <a:off x="11169" y="251283"/>
        <a:ext cx="597276" cy="349662"/>
      </dsp:txXfrm>
    </dsp:sp>
    <dsp:sp modelId="{A5300A8F-DEBA-417D-A046-993EB276073D}">
      <dsp:nvSpPr>
        <dsp:cNvPr id="0" name=""/>
        <dsp:cNvSpPr/>
      </dsp:nvSpPr>
      <dsp:spPr>
        <a:xfrm>
          <a:off x="681228" y="349354"/>
          <a:ext cx="131235" cy="1535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681228" y="380058"/>
        <a:ext cx="91865" cy="92112"/>
      </dsp:txXfrm>
    </dsp:sp>
    <dsp:sp modelId="{1A03DA9C-407A-4C87-B59B-A5A458F9D2A5}">
      <dsp:nvSpPr>
        <dsp:cNvPr id="0" name=""/>
        <dsp:cNvSpPr/>
      </dsp:nvSpPr>
      <dsp:spPr>
        <a:xfrm>
          <a:off x="866938" y="240404"/>
          <a:ext cx="619034" cy="371420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1600" kern="1200" dirty="0" smtClean="0"/>
            <a:t>نص</a:t>
          </a:r>
        </a:p>
      </dsp:txBody>
      <dsp:txXfrm>
        <a:off x="877817" y="251283"/>
        <a:ext cx="597276" cy="34966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57CA0-74AC-4B05-9509-262743F7D4E5}">
      <dsp:nvSpPr>
        <dsp:cNvPr id="0" name=""/>
        <dsp:cNvSpPr/>
      </dsp:nvSpPr>
      <dsp:spPr>
        <a:xfrm>
          <a:off x="290" y="240404"/>
          <a:ext cx="619034" cy="371420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return</a:t>
          </a:r>
          <a:endParaRPr lang="en-US" sz="1500" kern="1200" dirty="0"/>
        </a:p>
      </dsp:txBody>
      <dsp:txXfrm>
        <a:off x="11169" y="251283"/>
        <a:ext cx="597276" cy="349662"/>
      </dsp:txXfrm>
    </dsp:sp>
    <dsp:sp modelId="{A5300A8F-DEBA-417D-A046-993EB276073D}">
      <dsp:nvSpPr>
        <dsp:cNvPr id="0" name=""/>
        <dsp:cNvSpPr/>
      </dsp:nvSpPr>
      <dsp:spPr>
        <a:xfrm>
          <a:off x="681228" y="349354"/>
          <a:ext cx="131235" cy="1535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681228" y="380058"/>
        <a:ext cx="91865" cy="92112"/>
      </dsp:txXfrm>
    </dsp:sp>
    <dsp:sp modelId="{1A03DA9C-407A-4C87-B59B-A5A458F9D2A5}">
      <dsp:nvSpPr>
        <dsp:cNvPr id="0" name=""/>
        <dsp:cNvSpPr/>
      </dsp:nvSpPr>
      <dsp:spPr>
        <a:xfrm>
          <a:off x="866938" y="240404"/>
          <a:ext cx="619034" cy="371420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1500" kern="1200" dirty="0" smtClean="0"/>
            <a:t>ارجع</a:t>
          </a:r>
        </a:p>
      </dsp:txBody>
      <dsp:txXfrm>
        <a:off x="877817" y="251283"/>
        <a:ext cx="597276" cy="34966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57CA0-74AC-4B05-9509-262743F7D4E5}">
      <dsp:nvSpPr>
        <dsp:cNvPr id="0" name=""/>
        <dsp:cNvSpPr/>
      </dsp:nvSpPr>
      <dsp:spPr>
        <a:xfrm>
          <a:off x="290" y="223266"/>
          <a:ext cx="619034" cy="405697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input</a:t>
          </a:r>
          <a:endParaRPr lang="en-US" sz="1800" kern="1200" dirty="0"/>
        </a:p>
      </dsp:txBody>
      <dsp:txXfrm>
        <a:off x="12172" y="235148"/>
        <a:ext cx="595270" cy="381933"/>
      </dsp:txXfrm>
    </dsp:sp>
    <dsp:sp modelId="{A5300A8F-DEBA-417D-A046-993EB276073D}">
      <dsp:nvSpPr>
        <dsp:cNvPr id="0" name=""/>
        <dsp:cNvSpPr/>
      </dsp:nvSpPr>
      <dsp:spPr>
        <a:xfrm>
          <a:off x="681228" y="349354"/>
          <a:ext cx="131235" cy="15352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681228" y="380058"/>
        <a:ext cx="91865" cy="92112"/>
      </dsp:txXfrm>
    </dsp:sp>
    <dsp:sp modelId="{1A03DA9C-407A-4C87-B59B-A5A458F9D2A5}">
      <dsp:nvSpPr>
        <dsp:cNvPr id="0" name=""/>
        <dsp:cNvSpPr/>
      </dsp:nvSpPr>
      <dsp:spPr>
        <a:xfrm>
          <a:off x="866938" y="223266"/>
          <a:ext cx="619034" cy="405697"/>
        </a:xfrm>
        <a:prstGeom prst="roundRect">
          <a:avLst>
            <a:gd name="adj" fmla="val 10000"/>
          </a:avLst>
        </a:prstGeom>
        <a:solidFill>
          <a:schemeClr val="accent2">
            <a:alpha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1800" kern="1200" dirty="0" smtClean="0"/>
            <a:t>ادخل</a:t>
          </a:r>
        </a:p>
      </dsp:txBody>
      <dsp:txXfrm>
        <a:off x="878820" y="235148"/>
        <a:ext cx="595270" cy="38193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D46F9D-08E0-424F-B7C1-F6A52646ADA8}">
      <dsp:nvSpPr>
        <dsp:cNvPr id="0" name=""/>
        <dsp:cNvSpPr/>
      </dsp:nvSpPr>
      <dsp:spPr>
        <a:xfrm rot="5400000">
          <a:off x="-176772" y="179222"/>
          <a:ext cx="1178481" cy="824936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1400" kern="1200" dirty="0" smtClean="0"/>
            <a:t>البحث ب </a:t>
          </a:r>
          <a:r>
            <a:rPr lang="en-US" sz="1400" kern="1200" dirty="0" smtClean="0"/>
            <a:t>Regex</a:t>
          </a:r>
          <a:r>
            <a:rPr lang="ar-EG" sz="1400" kern="1200" dirty="0" smtClean="0"/>
            <a:t> </a:t>
          </a:r>
          <a:endParaRPr lang="en-US" sz="1400" kern="1200" dirty="0"/>
        </a:p>
      </dsp:txBody>
      <dsp:txXfrm rot="-5400000">
        <a:off x="1" y="414917"/>
        <a:ext cx="824936" cy="353545"/>
      </dsp:txXfrm>
    </dsp:sp>
    <dsp:sp modelId="{CDFD1BAE-34A7-4C31-AFED-6CF67109F03A}">
      <dsp:nvSpPr>
        <dsp:cNvPr id="0" name=""/>
        <dsp:cNvSpPr/>
      </dsp:nvSpPr>
      <dsp:spPr>
        <a:xfrm rot="5400000">
          <a:off x="2758400" y="-1931013"/>
          <a:ext cx="766415" cy="46333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r" defTabSz="7112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r-EG" sz="1600" kern="1200" dirty="0" smtClean="0"/>
            <a:t>نقوم بالبحث داخل الكود باستخدام ال </a:t>
          </a:r>
          <a:r>
            <a:rPr lang="en-US" sz="1600" kern="1200" dirty="0" smtClean="0"/>
            <a:t>regular expressions</a:t>
          </a:r>
          <a:r>
            <a:rPr lang="ar-EG" sz="1600" kern="1200" dirty="0" smtClean="0"/>
            <a:t> الموجودة في </a:t>
          </a:r>
          <a:r>
            <a:rPr lang="en-US" sz="1600" kern="1200" dirty="0" err="1" smtClean="0"/>
            <a:t>master_pattern</a:t>
          </a:r>
          <a:r>
            <a:rPr lang="en-US" sz="1600" kern="1200" dirty="0" smtClean="0"/>
            <a:t> </a:t>
          </a:r>
          <a:r>
            <a:rPr lang="ar-EG" sz="1600" kern="1200" dirty="0" smtClean="0"/>
            <a:t> بحيث يتم تخزين كل تطابق</a:t>
          </a:r>
          <a:endParaRPr lang="en-US" sz="1600" kern="1200" dirty="0"/>
        </a:p>
      </dsp:txBody>
      <dsp:txXfrm rot="-5400000">
        <a:off x="824937" y="39863"/>
        <a:ext cx="4595929" cy="691589"/>
      </dsp:txXfrm>
    </dsp:sp>
    <dsp:sp modelId="{77843336-110F-40DE-81F9-29F1FDA34182}">
      <dsp:nvSpPr>
        <dsp:cNvPr id="0" name=""/>
        <dsp:cNvSpPr/>
      </dsp:nvSpPr>
      <dsp:spPr>
        <a:xfrm rot="5400000">
          <a:off x="-176772" y="1210064"/>
          <a:ext cx="1178481" cy="824936"/>
        </a:xfrm>
        <a:prstGeom prst="chevron">
          <a:avLst/>
        </a:prstGeom>
        <a:solidFill>
          <a:schemeClr val="accent5">
            <a:hueOff val="5129271"/>
            <a:satOff val="-1832"/>
            <a:lumOff val="2942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1400" kern="1200" dirty="0" smtClean="0"/>
            <a:t>التجاهل</a:t>
          </a:r>
          <a:endParaRPr lang="en-US" sz="1400" kern="1200" dirty="0"/>
        </a:p>
      </dsp:txBody>
      <dsp:txXfrm rot="-5400000">
        <a:off x="1" y="1445759"/>
        <a:ext cx="824936" cy="353545"/>
      </dsp:txXfrm>
    </dsp:sp>
    <dsp:sp modelId="{9E7C11A1-FF74-4729-ADF2-418701EBA4C3}">
      <dsp:nvSpPr>
        <dsp:cNvPr id="0" name=""/>
        <dsp:cNvSpPr/>
      </dsp:nvSpPr>
      <dsp:spPr>
        <a:xfrm rot="5400000">
          <a:off x="2758601" y="-900372"/>
          <a:ext cx="766012" cy="46333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r" defTabSz="7112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r-EG" sz="1600" kern="1200" dirty="0" smtClean="0"/>
            <a:t>يتم تجاهله اذا كان سطر فارغ او تعليق </a:t>
          </a:r>
          <a:endParaRPr lang="en-US" sz="1600" kern="1200" dirty="0"/>
        </a:p>
      </dsp:txBody>
      <dsp:txXfrm rot="-5400000">
        <a:off x="824936" y="1070687"/>
        <a:ext cx="4595948" cy="691224"/>
      </dsp:txXfrm>
    </dsp:sp>
    <dsp:sp modelId="{A9FACCDB-E97A-47F7-B4C8-0D927E964983}">
      <dsp:nvSpPr>
        <dsp:cNvPr id="0" name=""/>
        <dsp:cNvSpPr/>
      </dsp:nvSpPr>
      <dsp:spPr>
        <a:xfrm rot="5400000">
          <a:off x="-176772" y="2240907"/>
          <a:ext cx="1178481" cy="824936"/>
        </a:xfrm>
        <a:prstGeom prst="chevron">
          <a:avLst/>
        </a:prstGeom>
        <a:solidFill>
          <a:schemeClr val="accent5">
            <a:hueOff val="10258542"/>
            <a:satOff val="-3664"/>
            <a:lumOff val="5883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2400" kern="1200" dirty="0" smtClean="0"/>
            <a:t>الخطأ</a:t>
          </a:r>
          <a:endParaRPr lang="en-US" sz="2400" kern="1200" dirty="0"/>
        </a:p>
      </dsp:txBody>
      <dsp:txXfrm rot="-5400000">
        <a:off x="1" y="2476602"/>
        <a:ext cx="824936" cy="353545"/>
      </dsp:txXfrm>
    </dsp:sp>
    <dsp:sp modelId="{960F5A64-6C14-4221-8E40-675E8F73E65E}">
      <dsp:nvSpPr>
        <dsp:cNvPr id="0" name=""/>
        <dsp:cNvSpPr/>
      </dsp:nvSpPr>
      <dsp:spPr>
        <a:xfrm rot="5400000">
          <a:off x="2758601" y="121263"/>
          <a:ext cx="766012" cy="46333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r" defTabSz="7112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r-EG" sz="1600" kern="1200" dirty="0" smtClean="0"/>
            <a:t>اذا كان نوع غير متعارف عليه يوقف البرنامج ويظهر رسالة خطا</a:t>
          </a:r>
          <a:endParaRPr lang="en-US" sz="1600" kern="1200" dirty="0"/>
        </a:p>
      </dsp:txBody>
      <dsp:txXfrm rot="-5400000">
        <a:off x="824936" y="2092322"/>
        <a:ext cx="4595948" cy="691224"/>
      </dsp:txXfrm>
    </dsp:sp>
    <dsp:sp modelId="{CD2FF73F-F9DF-4405-8DC4-060B17D81868}">
      <dsp:nvSpPr>
        <dsp:cNvPr id="0" name=""/>
        <dsp:cNvSpPr/>
      </dsp:nvSpPr>
      <dsp:spPr>
        <a:xfrm rot="5400000">
          <a:off x="-176772" y="3271750"/>
          <a:ext cx="1178481" cy="824936"/>
        </a:xfrm>
        <a:prstGeom prst="chevron">
          <a:avLst/>
        </a:prstGeom>
        <a:solidFill>
          <a:schemeClr val="accent5">
            <a:hueOff val="15387812"/>
            <a:satOff val="-5496"/>
            <a:lumOff val="8825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1600" kern="1200" dirty="0" smtClean="0"/>
            <a:t> حفظ ال </a:t>
          </a:r>
          <a:r>
            <a:rPr lang="en-US" sz="1600" kern="1200" dirty="0" smtClean="0"/>
            <a:t>token</a:t>
          </a:r>
          <a:endParaRPr lang="en-US" sz="1600" kern="1200" dirty="0"/>
        </a:p>
      </dsp:txBody>
      <dsp:txXfrm rot="-5400000">
        <a:off x="1" y="3507445"/>
        <a:ext cx="824936" cy="353545"/>
      </dsp:txXfrm>
    </dsp:sp>
    <dsp:sp modelId="{53A46131-BA17-4B8A-AB94-933A51493642}">
      <dsp:nvSpPr>
        <dsp:cNvPr id="0" name=""/>
        <dsp:cNvSpPr/>
      </dsp:nvSpPr>
      <dsp:spPr>
        <a:xfrm rot="5400000">
          <a:off x="2758601" y="1161313"/>
          <a:ext cx="766012" cy="46333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r" defTabSz="7112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r-EG" sz="1600" kern="1200" dirty="0" smtClean="0"/>
            <a:t>كل رمز صحيح يحفظ مع نوعه وقيمته وموقعه</a:t>
          </a:r>
          <a:endParaRPr lang="en-US" sz="1600" kern="1200" dirty="0"/>
        </a:p>
      </dsp:txBody>
      <dsp:txXfrm rot="-5400000">
        <a:off x="824936" y="3132372"/>
        <a:ext cx="4595948" cy="69122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ABFF1-8576-47F5-97B9-98FAC242094A}">
      <dsp:nvSpPr>
        <dsp:cNvPr id="0" name=""/>
        <dsp:cNvSpPr/>
      </dsp:nvSpPr>
      <dsp:spPr>
        <a:xfrm>
          <a:off x="0" y="0"/>
          <a:ext cx="3803649" cy="8752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2000" kern="1200" dirty="0" smtClean="0"/>
            <a:t>يستقبل ال</a:t>
          </a:r>
          <a:r>
            <a:rPr lang="en-US" sz="2000" kern="1200" dirty="0" smtClean="0"/>
            <a:t>tokens </a:t>
          </a:r>
          <a:r>
            <a:rPr lang="ar-EG" sz="2000" kern="1200" dirty="0" smtClean="0"/>
            <a:t> من ال </a:t>
          </a:r>
          <a:r>
            <a:rPr lang="en-US" sz="2000" kern="1200" dirty="0" smtClean="0"/>
            <a:t>scanner</a:t>
          </a:r>
          <a:r>
            <a:rPr lang="ar-EG" sz="2000" kern="1200" dirty="0" smtClean="0"/>
            <a:t> </a:t>
          </a:r>
          <a:r>
            <a:rPr lang="en-US" sz="2000" kern="1200" dirty="0" smtClean="0"/>
            <a:t> </a:t>
          </a:r>
          <a:endParaRPr lang="en-US" sz="2000" kern="1200" dirty="0"/>
        </a:p>
      </dsp:txBody>
      <dsp:txXfrm>
        <a:off x="25634" y="25634"/>
        <a:ext cx="2785262" cy="823952"/>
      </dsp:txXfrm>
    </dsp:sp>
    <dsp:sp modelId="{84646C2D-DAF5-4B9C-9DE6-3A7F7A30D029}">
      <dsp:nvSpPr>
        <dsp:cNvPr id="0" name=""/>
        <dsp:cNvSpPr/>
      </dsp:nvSpPr>
      <dsp:spPr>
        <a:xfrm>
          <a:off x="318555" y="1034351"/>
          <a:ext cx="3803649" cy="875220"/>
        </a:xfrm>
        <a:prstGeom prst="roundRect">
          <a:avLst>
            <a:gd name="adj" fmla="val 10000"/>
          </a:avLst>
        </a:prstGeom>
        <a:solidFill>
          <a:schemeClr val="accent5">
            <a:hueOff val="5129271"/>
            <a:satOff val="-1832"/>
            <a:lumOff val="2942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2000" kern="1200" dirty="0" smtClean="0"/>
            <a:t>يقوم ببناء</a:t>
          </a:r>
          <a:r>
            <a:rPr lang="en-US" sz="2000" kern="1200" dirty="0" smtClean="0"/>
            <a:t>Recursive tree </a:t>
          </a:r>
          <a:r>
            <a:rPr lang="ar-EG" sz="2000" kern="1200" dirty="0" smtClean="0"/>
            <a:t> باستخدام </a:t>
          </a:r>
          <a:r>
            <a:rPr lang="en-US" sz="2000" kern="1200" dirty="0" smtClean="0"/>
            <a:t>AST</a:t>
          </a:r>
          <a:endParaRPr lang="en-US" sz="2000" kern="1200" dirty="0"/>
        </a:p>
      </dsp:txBody>
      <dsp:txXfrm>
        <a:off x="344189" y="1059985"/>
        <a:ext cx="2864932" cy="823952"/>
      </dsp:txXfrm>
    </dsp:sp>
    <dsp:sp modelId="{B67926B4-6D91-49CD-A352-12EDA4284835}">
      <dsp:nvSpPr>
        <dsp:cNvPr id="0" name=""/>
        <dsp:cNvSpPr/>
      </dsp:nvSpPr>
      <dsp:spPr>
        <a:xfrm>
          <a:off x="632356" y="2068703"/>
          <a:ext cx="3803649" cy="875220"/>
        </a:xfrm>
        <a:prstGeom prst="roundRect">
          <a:avLst>
            <a:gd name="adj" fmla="val 10000"/>
          </a:avLst>
        </a:prstGeom>
        <a:solidFill>
          <a:schemeClr val="accent5">
            <a:hueOff val="10258542"/>
            <a:satOff val="-3664"/>
            <a:lumOff val="5883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2000" kern="1200" smtClean="0"/>
            <a:t>يتحقق ان الترتيب صحيح حسب ال </a:t>
          </a:r>
          <a:r>
            <a:rPr lang="en-US" sz="2000" kern="1200" smtClean="0"/>
            <a:t>grammar </a:t>
          </a:r>
          <a:r>
            <a:rPr lang="ar-EG" sz="2000" kern="1200" smtClean="0"/>
            <a:t> الخاصة باللغة</a:t>
          </a:r>
          <a:endParaRPr lang="en-US" sz="2000" kern="1200" dirty="0"/>
        </a:p>
      </dsp:txBody>
      <dsp:txXfrm>
        <a:off x="657990" y="2094337"/>
        <a:ext cx="2869687" cy="823952"/>
      </dsp:txXfrm>
    </dsp:sp>
    <dsp:sp modelId="{FAAE154E-95E6-48BE-A8D8-7BA942DD52E2}">
      <dsp:nvSpPr>
        <dsp:cNvPr id="0" name=""/>
        <dsp:cNvSpPr/>
      </dsp:nvSpPr>
      <dsp:spPr>
        <a:xfrm>
          <a:off x="950912" y="3103054"/>
          <a:ext cx="3803649" cy="875220"/>
        </a:xfrm>
        <a:prstGeom prst="roundRect">
          <a:avLst>
            <a:gd name="adj" fmla="val 10000"/>
          </a:avLst>
        </a:prstGeom>
        <a:solidFill>
          <a:schemeClr val="accent5">
            <a:hueOff val="15387812"/>
            <a:satOff val="-5496"/>
            <a:lumOff val="8825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2000" kern="1200" dirty="0" smtClean="0"/>
            <a:t>يعيد خطأ اذا خالف الكود قواعد ال </a:t>
          </a:r>
          <a:r>
            <a:rPr lang="en-US" sz="2000" kern="1200" dirty="0" smtClean="0"/>
            <a:t>grammar</a:t>
          </a:r>
          <a:endParaRPr lang="en-US" sz="2000" kern="1200" dirty="0"/>
        </a:p>
      </dsp:txBody>
      <dsp:txXfrm>
        <a:off x="976546" y="3128688"/>
        <a:ext cx="2864932" cy="823952"/>
      </dsp:txXfrm>
    </dsp:sp>
    <dsp:sp modelId="{05887EE8-B058-4911-B7AB-BA603BBC54C1}">
      <dsp:nvSpPr>
        <dsp:cNvPr id="0" name=""/>
        <dsp:cNvSpPr/>
      </dsp:nvSpPr>
      <dsp:spPr>
        <a:xfrm>
          <a:off x="3234756" y="670339"/>
          <a:ext cx="568893" cy="56889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>
        <a:off x="3362757" y="670339"/>
        <a:ext cx="312891" cy="428092"/>
      </dsp:txXfrm>
    </dsp:sp>
    <dsp:sp modelId="{BE738EEC-CC8B-4D09-AF07-5ECA0F292344}">
      <dsp:nvSpPr>
        <dsp:cNvPr id="0" name=""/>
        <dsp:cNvSpPr/>
      </dsp:nvSpPr>
      <dsp:spPr>
        <a:xfrm>
          <a:off x="3553311" y="1704690"/>
          <a:ext cx="568893" cy="56889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7779575"/>
            <a:satOff val="-738"/>
            <a:lumOff val="53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>
        <a:off x="3681312" y="1704690"/>
        <a:ext cx="312891" cy="428092"/>
      </dsp:txXfrm>
    </dsp:sp>
    <dsp:sp modelId="{7AC8A878-132C-469C-899E-65C11AE4F9EA}">
      <dsp:nvSpPr>
        <dsp:cNvPr id="0" name=""/>
        <dsp:cNvSpPr/>
      </dsp:nvSpPr>
      <dsp:spPr>
        <a:xfrm>
          <a:off x="3867113" y="2739042"/>
          <a:ext cx="568893" cy="56889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15559149"/>
            <a:satOff val="-1476"/>
            <a:lumOff val="107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>
        <a:off x="3995114" y="2739042"/>
        <a:ext cx="312891" cy="42809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AB2591-BF4D-4492-B328-5AF409BDBA57}">
      <dsp:nvSpPr>
        <dsp:cNvPr id="0" name=""/>
        <dsp:cNvSpPr/>
      </dsp:nvSpPr>
      <dsp:spPr>
        <a:xfrm>
          <a:off x="0" y="0"/>
          <a:ext cx="4206276" cy="8947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2400" kern="1200" dirty="0" smtClean="0"/>
            <a:t>تعريف المتغيرات قبل استخدامها </a:t>
          </a:r>
          <a:endParaRPr lang="en-US" sz="2400" kern="1200" dirty="0"/>
        </a:p>
      </dsp:txBody>
      <dsp:txXfrm>
        <a:off x="26205" y="26205"/>
        <a:ext cx="3165202" cy="842308"/>
      </dsp:txXfrm>
    </dsp:sp>
    <dsp:sp modelId="{D77F265A-14CD-426C-9308-61819FD448E2}">
      <dsp:nvSpPr>
        <dsp:cNvPr id="0" name=""/>
        <dsp:cNvSpPr/>
      </dsp:nvSpPr>
      <dsp:spPr>
        <a:xfrm>
          <a:off x="352275" y="1057394"/>
          <a:ext cx="4206276" cy="894718"/>
        </a:xfrm>
        <a:prstGeom prst="roundRect">
          <a:avLst>
            <a:gd name="adj" fmla="val 10000"/>
          </a:avLst>
        </a:prstGeom>
        <a:solidFill>
          <a:schemeClr val="accent5">
            <a:hueOff val="5129271"/>
            <a:satOff val="-1832"/>
            <a:lumOff val="294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2400" kern="1200" dirty="0" smtClean="0"/>
            <a:t>التاكد من توافق انواع البيانات في العمليات</a:t>
          </a:r>
          <a:endParaRPr lang="en-US" sz="2400" kern="1200" dirty="0"/>
        </a:p>
      </dsp:txBody>
      <dsp:txXfrm>
        <a:off x="378480" y="1083599"/>
        <a:ext cx="3220023" cy="842308"/>
      </dsp:txXfrm>
    </dsp:sp>
    <dsp:sp modelId="{CA3243D2-DE7C-43FD-A842-3574ECE542F8}">
      <dsp:nvSpPr>
        <dsp:cNvPr id="0" name=""/>
        <dsp:cNvSpPr/>
      </dsp:nvSpPr>
      <dsp:spPr>
        <a:xfrm>
          <a:off x="699293" y="2114789"/>
          <a:ext cx="4206276" cy="894718"/>
        </a:xfrm>
        <a:prstGeom prst="roundRect">
          <a:avLst>
            <a:gd name="adj" fmla="val 10000"/>
          </a:avLst>
        </a:prstGeom>
        <a:solidFill>
          <a:schemeClr val="accent5">
            <a:hueOff val="10258542"/>
            <a:satOff val="-3664"/>
            <a:lumOff val="588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2400" kern="1200" dirty="0" smtClean="0"/>
            <a:t>التاكد من صحه استدعاء الدوال وعدد المعاملات</a:t>
          </a:r>
          <a:endParaRPr lang="en-US" sz="2400" kern="1200" dirty="0"/>
        </a:p>
      </dsp:txBody>
      <dsp:txXfrm>
        <a:off x="725498" y="2140994"/>
        <a:ext cx="3225281" cy="842308"/>
      </dsp:txXfrm>
    </dsp:sp>
    <dsp:sp modelId="{35B48D28-F12D-4740-A0D6-137832C799C6}">
      <dsp:nvSpPr>
        <dsp:cNvPr id="0" name=""/>
        <dsp:cNvSpPr/>
      </dsp:nvSpPr>
      <dsp:spPr>
        <a:xfrm>
          <a:off x="1051569" y="3172184"/>
          <a:ext cx="4206276" cy="894718"/>
        </a:xfrm>
        <a:prstGeom prst="roundRect">
          <a:avLst>
            <a:gd name="adj" fmla="val 10000"/>
          </a:avLst>
        </a:prstGeom>
        <a:solidFill>
          <a:schemeClr val="accent5">
            <a:hueOff val="15387812"/>
            <a:satOff val="-5496"/>
            <a:lumOff val="882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ar-EG" sz="2400" kern="1200" dirty="0" smtClean="0"/>
            <a:t>يتحقق اذا حاولت اوصل لمتغير غير معرف</a:t>
          </a:r>
          <a:endParaRPr lang="en-US" sz="2400" kern="1200" dirty="0"/>
        </a:p>
      </dsp:txBody>
      <dsp:txXfrm>
        <a:off x="1077774" y="3198389"/>
        <a:ext cx="3220023" cy="842308"/>
      </dsp:txXfrm>
    </dsp:sp>
    <dsp:sp modelId="{56A32DE5-4513-4902-A3FC-FC37532513CB}">
      <dsp:nvSpPr>
        <dsp:cNvPr id="0" name=""/>
        <dsp:cNvSpPr/>
      </dsp:nvSpPr>
      <dsp:spPr>
        <a:xfrm>
          <a:off x="3624709" y="685273"/>
          <a:ext cx="581567" cy="58156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900" kern="1200"/>
        </a:p>
      </dsp:txBody>
      <dsp:txXfrm>
        <a:off x="3755562" y="685273"/>
        <a:ext cx="319861" cy="437629"/>
      </dsp:txXfrm>
    </dsp:sp>
    <dsp:sp modelId="{268B6E6D-CE27-4C9F-B695-4A3167144B9A}">
      <dsp:nvSpPr>
        <dsp:cNvPr id="0" name=""/>
        <dsp:cNvSpPr/>
      </dsp:nvSpPr>
      <dsp:spPr>
        <a:xfrm>
          <a:off x="3976985" y="1742667"/>
          <a:ext cx="581567" cy="58156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7779575"/>
            <a:satOff val="-738"/>
            <a:lumOff val="538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900" kern="1200"/>
        </a:p>
      </dsp:txBody>
      <dsp:txXfrm>
        <a:off x="4107838" y="1742667"/>
        <a:ext cx="319861" cy="437629"/>
      </dsp:txXfrm>
    </dsp:sp>
    <dsp:sp modelId="{2EE3B91C-0C5F-47B5-826C-FD6F2D2E9E01}">
      <dsp:nvSpPr>
        <dsp:cNvPr id="0" name=""/>
        <dsp:cNvSpPr/>
      </dsp:nvSpPr>
      <dsp:spPr>
        <a:xfrm>
          <a:off x="4324003" y="2800062"/>
          <a:ext cx="581567" cy="58156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15559149"/>
            <a:satOff val="-1476"/>
            <a:lumOff val="1077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900" kern="1200"/>
        </a:p>
      </dsp:txBody>
      <dsp:txXfrm>
        <a:off x="4454856" y="2800062"/>
        <a:ext cx="319861" cy="43762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B8D09B-8320-4220-B01B-DDDAAAA9C9DE}">
      <dsp:nvSpPr>
        <dsp:cNvPr id="0" name=""/>
        <dsp:cNvSpPr/>
      </dsp:nvSpPr>
      <dsp:spPr>
        <a:xfrm rot="5400000">
          <a:off x="-160687" y="163336"/>
          <a:ext cx="1071252" cy="7498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AST traversal</a:t>
          </a:r>
          <a:endParaRPr lang="en-US" sz="1200" kern="1200" dirty="0"/>
        </a:p>
      </dsp:txBody>
      <dsp:txXfrm rot="-5400000">
        <a:off x="1" y="377586"/>
        <a:ext cx="749876" cy="321376"/>
      </dsp:txXfrm>
    </dsp:sp>
    <dsp:sp modelId="{9D6271D4-1BFD-42A8-8771-521D44D19494}">
      <dsp:nvSpPr>
        <dsp:cNvPr id="0" name=""/>
        <dsp:cNvSpPr/>
      </dsp:nvSpPr>
      <dsp:spPr>
        <a:xfrm rot="5400000">
          <a:off x="2804815" y="-2052290"/>
          <a:ext cx="696313" cy="480619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r" defTabSz="15113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r-EG" sz="3400" kern="1200" dirty="0" smtClean="0"/>
            <a:t>بيمشي علي ال </a:t>
          </a:r>
          <a:r>
            <a:rPr lang="en-US" sz="3400" kern="1200" dirty="0" smtClean="0"/>
            <a:t>parse tree</a:t>
          </a:r>
          <a:endParaRPr lang="en-US" sz="3400" kern="1200" dirty="0"/>
        </a:p>
      </dsp:txBody>
      <dsp:txXfrm rot="-5400000">
        <a:off x="749876" y="36640"/>
        <a:ext cx="4772201" cy="628331"/>
      </dsp:txXfrm>
    </dsp:sp>
    <dsp:sp modelId="{8E5E6DFE-6D03-44B5-94E5-85784BB27226}">
      <dsp:nvSpPr>
        <dsp:cNvPr id="0" name=""/>
        <dsp:cNvSpPr/>
      </dsp:nvSpPr>
      <dsp:spPr>
        <a:xfrm rot="5400000">
          <a:off x="-160687" y="1085236"/>
          <a:ext cx="1071252" cy="7498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Nose Mapping</a:t>
          </a:r>
          <a:endParaRPr lang="en-US" sz="1200" kern="1200" dirty="0"/>
        </a:p>
      </dsp:txBody>
      <dsp:txXfrm rot="-5400000">
        <a:off x="1" y="1299486"/>
        <a:ext cx="749876" cy="321376"/>
      </dsp:txXfrm>
    </dsp:sp>
    <dsp:sp modelId="{F8208450-04BE-4731-BC07-B6DD4834C14C}">
      <dsp:nvSpPr>
        <dsp:cNvPr id="0" name=""/>
        <dsp:cNvSpPr/>
      </dsp:nvSpPr>
      <dsp:spPr>
        <a:xfrm rot="5400000">
          <a:off x="2804815" y="-1130390"/>
          <a:ext cx="696313" cy="480619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r" defTabSz="15113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r-EG" sz="3400" kern="1200" dirty="0" smtClean="0"/>
            <a:t>بيحول كل </a:t>
          </a:r>
          <a:r>
            <a:rPr lang="en-US" sz="3400" kern="1200" dirty="0" smtClean="0"/>
            <a:t>Node</a:t>
          </a:r>
          <a:r>
            <a:rPr lang="ar-EG" sz="3400" kern="1200" dirty="0" smtClean="0"/>
            <a:t> لكود </a:t>
          </a:r>
          <a:r>
            <a:rPr lang="en-US" sz="3400" kern="1200" dirty="0" smtClean="0"/>
            <a:t>C++</a:t>
          </a:r>
          <a:endParaRPr lang="en-US" sz="3400" kern="1200" dirty="0"/>
        </a:p>
      </dsp:txBody>
      <dsp:txXfrm rot="-5400000">
        <a:off x="749876" y="958540"/>
        <a:ext cx="4772201" cy="628331"/>
      </dsp:txXfrm>
    </dsp:sp>
    <dsp:sp modelId="{72F450AE-B7EB-47D6-9CC0-379B39394316}">
      <dsp:nvSpPr>
        <dsp:cNvPr id="0" name=""/>
        <dsp:cNvSpPr/>
      </dsp:nvSpPr>
      <dsp:spPr>
        <a:xfrm rot="5400000">
          <a:off x="-160687" y="2007136"/>
          <a:ext cx="1071252" cy="7498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Code output</a:t>
          </a:r>
          <a:endParaRPr lang="en-US" sz="1200" kern="1200" dirty="0"/>
        </a:p>
      </dsp:txBody>
      <dsp:txXfrm rot="-5400000">
        <a:off x="1" y="2221386"/>
        <a:ext cx="749876" cy="321376"/>
      </dsp:txXfrm>
    </dsp:sp>
    <dsp:sp modelId="{126FFE8F-6B23-4871-B914-D4AD38A1060D}">
      <dsp:nvSpPr>
        <dsp:cNvPr id="0" name=""/>
        <dsp:cNvSpPr/>
      </dsp:nvSpPr>
      <dsp:spPr>
        <a:xfrm rot="5400000">
          <a:off x="2804815" y="-208490"/>
          <a:ext cx="696313" cy="480619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r" defTabSz="15113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r-EG" sz="3400" kern="1200" dirty="0" smtClean="0"/>
            <a:t>ينتج ملف </a:t>
          </a:r>
          <a:r>
            <a:rPr lang="en-US" sz="3400" kern="1200" dirty="0" smtClean="0"/>
            <a:t>.</a:t>
          </a:r>
          <a:r>
            <a:rPr lang="en-US" sz="3400" kern="1200" dirty="0" err="1" smtClean="0"/>
            <a:t>cpp</a:t>
          </a:r>
          <a:r>
            <a:rPr lang="ar-EG" sz="3400" kern="1200" dirty="0" smtClean="0"/>
            <a:t> قابل للتشغيل </a:t>
          </a:r>
          <a:endParaRPr lang="en-US" sz="3400" kern="1200" dirty="0"/>
        </a:p>
      </dsp:txBody>
      <dsp:txXfrm rot="-5400000">
        <a:off x="749876" y="1880440"/>
        <a:ext cx="4772201" cy="628331"/>
      </dsp:txXfrm>
    </dsp:sp>
    <dsp:sp modelId="{B804D379-3404-4E9C-83BC-24252F8D2B85}">
      <dsp:nvSpPr>
        <dsp:cNvPr id="0" name=""/>
        <dsp:cNvSpPr/>
      </dsp:nvSpPr>
      <dsp:spPr>
        <a:xfrm rot="5400000">
          <a:off x="-160687" y="2929036"/>
          <a:ext cx="1071252" cy="7498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Run + GUI</a:t>
          </a:r>
          <a:endParaRPr lang="en-US" sz="1200" kern="1200" dirty="0"/>
        </a:p>
      </dsp:txBody>
      <dsp:txXfrm rot="-5400000">
        <a:off x="1" y="3143286"/>
        <a:ext cx="749876" cy="321376"/>
      </dsp:txXfrm>
    </dsp:sp>
    <dsp:sp modelId="{10B3888E-E6EB-4916-8710-B0F53564C6A5}">
      <dsp:nvSpPr>
        <dsp:cNvPr id="0" name=""/>
        <dsp:cNvSpPr/>
      </dsp:nvSpPr>
      <dsp:spPr>
        <a:xfrm rot="5400000">
          <a:off x="2804815" y="713408"/>
          <a:ext cx="696313" cy="480619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r" defTabSz="15113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ar-EG" sz="3400" kern="1200" dirty="0" smtClean="0"/>
            <a:t>يعرض النتائج عبر واجه </a:t>
          </a:r>
          <a:r>
            <a:rPr lang="en-US" sz="3400" kern="1200" dirty="0" smtClean="0"/>
            <a:t>GUI</a:t>
          </a:r>
          <a:endParaRPr lang="en-US" sz="3400" kern="1200" dirty="0"/>
        </a:p>
      </dsp:txBody>
      <dsp:txXfrm rot="-5400000">
        <a:off x="749876" y="2802339"/>
        <a:ext cx="4772201" cy="6283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9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4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5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6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20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4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65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36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4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2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17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234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568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84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93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74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4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906322E-E731-42AC-A706-2F3E7A45AE7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0265849-D56F-4D84-A9B1-3F5DAF92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7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diagramData" Target="../diagrams/data4.xml"/><Relationship Id="rId18" Type="http://schemas.openxmlformats.org/officeDocument/2006/relationships/diagramData" Target="../diagrams/data5.xml"/><Relationship Id="rId26" Type="http://schemas.openxmlformats.org/officeDocument/2006/relationships/diagramColors" Target="../diagrams/colors6.xml"/><Relationship Id="rId39" Type="http://schemas.openxmlformats.org/officeDocument/2006/relationships/diagramLayout" Target="../diagrams/layout9.xml"/><Relationship Id="rId3" Type="http://schemas.openxmlformats.org/officeDocument/2006/relationships/diagramData" Target="../diagrams/data2.xml"/><Relationship Id="rId21" Type="http://schemas.openxmlformats.org/officeDocument/2006/relationships/diagramColors" Target="../diagrams/colors5.xml"/><Relationship Id="rId34" Type="http://schemas.openxmlformats.org/officeDocument/2006/relationships/diagramLayout" Target="../diagrams/layout8.xml"/><Relationship Id="rId42" Type="http://schemas.microsoft.com/office/2007/relationships/diagramDrawing" Target="../diagrams/drawing9.xml"/><Relationship Id="rId47" Type="http://schemas.microsoft.com/office/2007/relationships/diagramDrawing" Target="../diagrams/drawing10.xml"/><Relationship Id="rId50" Type="http://schemas.openxmlformats.org/officeDocument/2006/relationships/diagramQuickStyle" Target="../diagrams/quickStyle11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17" Type="http://schemas.microsoft.com/office/2007/relationships/diagramDrawing" Target="../diagrams/drawing4.xml"/><Relationship Id="rId25" Type="http://schemas.openxmlformats.org/officeDocument/2006/relationships/diagramQuickStyle" Target="../diagrams/quickStyle6.xml"/><Relationship Id="rId33" Type="http://schemas.openxmlformats.org/officeDocument/2006/relationships/diagramData" Target="../diagrams/data8.xml"/><Relationship Id="rId38" Type="http://schemas.openxmlformats.org/officeDocument/2006/relationships/diagramData" Target="../diagrams/data9.xml"/><Relationship Id="rId46" Type="http://schemas.openxmlformats.org/officeDocument/2006/relationships/diagramColors" Target="../diagrams/colors10.xml"/><Relationship Id="rId2" Type="http://schemas.openxmlformats.org/officeDocument/2006/relationships/image" Target="../media/image4.png"/><Relationship Id="rId16" Type="http://schemas.openxmlformats.org/officeDocument/2006/relationships/diagramColors" Target="../diagrams/colors4.xml"/><Relationship Id="rId20" Type="http://schemas.openxmlformats.org/officeDocument/2006/relationships/diagramQuickStyle" Target="../diagrams/quickStyle5.xml"/><Relationship Id="rId29" Type="http://schemas.openxmlformats.org/officeDocument/2006/relationships/diagramLayout" Target="../diagrams/layout7.xml"/><Relationship Id="rId41" Type="http://schemas.openxmlformats.org/officeDocument/2006/relationships/diagramColors" Target="../diagrams/colors9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24" Type="http://schemas.openxmlformats.org/officeDocument/2006/relationships/diagramLayout" Target="../diagrams/layout6.xml"/><Relationship Id="rId32" Type="http://schemas.microsoft.com/office/2007/relationships/diagramDrawing" Target="../diagrams/drawing7.xml"/><Relationship Id="rId37" Type="http://schemas.microsoft.com/office/2007/relationships/diagramDrawing" Target="../diagrams/drawing8.xml"/><Relationship Id="rId40" Type="http://schemas.openxmlformats.org/officeDocument/2006/relationships/diagramQuickStyle" Target="../diagrams/quickStyle9.xml"/><Relationship Id="rId45" Type="http://schemas.openxmlformats.org/officeDocument/2006/relationships/diagramQuickStyle" Target="../diagrams/quickStyle10.xml"/><Relationship Id="rId5" Type="http://schemas.openxmlformats.org/officeDocument/2006/relationships/diagramQuickStyle" Target="../diagrams/quickStyle2.xml"/><Relationship Id="rId15" Type="http://schemas.openxmlformats.org/officeDocument/2006/relationships/diagramQuickStyle" Target="../diagrams/quickStyle4.xml"/><Relationship Id="rId23" Type="http://schemas.openxmlformats.org/officeDocument/2006/relationships/diagramData" Target="../diagrams/data6.xml"/><Relationship Id="rId28" Type="http://schemas.openxmlformats.org/officeDocument/2006/relationships/diagramData" Target="../diagrams/data7.xml"/><Relationship Id="rId36" Type="http://schemas.openxmlformats.org/officeDocument/2006/relationships/diagramColors" Target="../diagrams/colors8.xml"/><Relationship Id="rId49" Type="http://schemas.openxmlformats.org/officeDocument/2006/relationships/diagramLayout" Target="../diagrams/layout11.xml"/><Relationship Id="rId10" Type="http://schemas.openxmlformats.org/officeDocument/2006/relationships/diagramQuickStyle" Target="../diagrams/quickStyle3.xml"/><Relationship Id="rId19" Type="http://schemas.openxmlformats.org/officeDocument/2006/relationships/diagramLayout" Target="../diagrams/layout5.xml"/><Relationship Id="rId31" Type="http://schemas.openxmlformats.org/officeDocument/2006/relationships/diagramColors" Target="../diagrams/colors7.xml"/><Relationship Id="rId44" Type="http://schemas.openxmlformats.org/officeDocument/2006/relationships/diagramLayout" Target="../diagrams/layout10.xml"/><Relationship Id="rId52" Type="http://schemas.microsoft.com/office/2007/relationships/diagramDrawing" Target="../diagrams/drawing11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Relationship Id="rId14" Type="http://schemas.openxmlformats.org/officeDocument/2006/relationships/diagramLayout" Target="../diagrams/layout4.xml"/><Relationship Id="rId22" Type="http://schemas.microsoft.com/office/2007/relationships/diagramDrawing" Target="../diagrams/drawing5.xml"/><Relationship Id="rId27" Type="http://schemas.microsoft.com/office/2007/relationships/diagramDrawing" Target="../diagrams/drawing6.xml"/><Relationship Id="rId30" Type="http://schemas.openxmlformats.org/officeDocument/2006/relationships/diagramQuickStyle" Target="../diagrams/quickStyle7.xml"/><Relationship Id="rId35" Type="http://schemas.openxmlformats.org/officeDocument/2006/relationships/diagramQuickStyle" Target="../diagrams/quickStyle8.xml"/><Relationship Id="rId43" Type="http://schemas.openxmlformats.org/officeDocument/2006/relationships/diagramData" Target="../diagrams/data10.xml"/><Relationship Id="rId48" Type="http://schemas.openxmlformats.org/officeDocument/2006/relationships/diagramData" Target="../diagrams/data11.xml"/><Relationship Id="rId8" Type="http://schemas.openxmlformats.org/officeDocument/2006/relationships/diagramData" Target="../diagrams/data3.xml"/><Relationship Id="rId51" Type="http://schemas.openxmlformats.org/officeDocument/2006/relationships/diagramColors" Target="../diagrams/colors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Arabic Compiler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Made by :</a:t>
            </a:r>
          </a:p>
          <a:p>
            <a:pPr algn="r"/>
            <a:r>
              <a:rPr lang="ar-EG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1:هشام صلاح يونس</a:t>
            </a:r>
          </a:p>
          <a:p>
            <a:pPr algn="r"/>
            <a:r>
              <a:rPr lang="ar-EG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2:مصطفي صابر </a:t>
            </a:r>
          </a:p>
          <a:p>
            <a:pPr algn="r"/>
            <a:r>
              <a:rPr lang="ar-EG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3:ابراهيم محمود ابراهيم</a:t>
            </a:r>
          </a:p>
          <a:p>
            <a:pPr algn="r"/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03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17448"/>
          </a:xfr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ar-EG" i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المشكلة والهدف</a:t>
            </a:r>
            <a:endParaRPr lang="en-US" i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59726"/>
            <a:ext cx="4754880" cy="528610"/>
          </a:xfrm>
          <a:solidFill>
            <a:srgbClr val="001236"/>
          </a:solidFill>
        </p:spPr>
        <p:txBody>
          <a:bodyPr>
            <a:normAutofit/>
          </a:bodyPr>
          <a:lstStyle/>
          <a:p>
            <a:pPr algn="ctr"/>
            <a:r>
              <a:rPr lang="ar-EG" sz="2800" i="1" dirty="0" smtClean="0">
                <a:solidFill>
                  <a:schemeClr val="bg1"/>
                </a:solidFill>
              </a:rPr>
              <a:t>المشكلة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r" rtl="1">
              <a:lnSpc>
                <a:spcPct val="150000"/>
              </a:lnSpc>
            </a:pPr>
            <a:r>
              <a:rPr lang="ar-EG" dirty="0"/>
              <a:t>اكبر مشكلة واجهتنا في بداية الدراسة كانت اللغة </a:t>
            </a:r>
            <a:r>
              <a:rPr lang="ar-EG" dirty="0" smtClean="0"/>
              <a:t>الانجليزية</a:t>
            </a:r>
          </a:p>
          <a:p>
            <a:pPr algn="r" rtl="1">
              <a:lnSpc>
                <a:spcPct val="150000"/>
              </a:lnSpc>
            </a:pPr>
            <a:r>
              <a:rPr lang="ar-EG" dirty="0" smtClean="0"/>
              <a:t>كل لغات البرمجة تقريبا تعتمد علي اللغة الانجليزية مما يصعب الفهم علي الطلاب العرب في السنة الاولي</a:t>
            </a:r>
          </a:p>
          <a:p>
            <a:pPr algn="l" rtl="1">
              <a:lnSpc>
                <a:spcPct val="150000"/>
              </a:lnSpc>
            </a:pP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159726"/>
            <a:ext cx="4754880" cy="528610"/>
          </a:xfrm>
          <a:solidFill>
            <a:srgbClr val="FF0000"/>
          </a:solidFill>
        </p:spPr>
        <p:txBody>
          <a:bodyPr>
            <a:normAutofit/>
          </a:bodyPr>
          <a:lstStyle/>
          <a:p>
            <a:pPr algn="ctr"/>
            <a:r>
              <a:rPr lang="ar-EG" sz="2800" i="1" dirty="0" smtClean="0">
                <a:solidFill>
                  <a:schemeClr val="bg1"/>
                </a:solidFill>
              </a:rPr>
              <a:t>الحل</a:t>
            </a:r>
            <a:r>
              <a:rPr lang="ar-EG" sz="2800" i="1" dirty="0" smtClean="0"/>
              <a:t> </a:t>
            </a:r>
            <a:endParaRPr lang="en-US" sz="2800" i="1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r" rtl="1">
              <a:lnSpc>
                <a:spcPct val="150000"/>
              </a:lnSpc>
            </a:pPr>
            <a:r>
              <a:rPr lang="ar-EG" dirty="0" smtClean="0"/>
              <a:t>ققرنا بناء كومبايلر باللغة العربية</a:t>
            </a:r>
          </a:p>
          <a:p>
            <a:pPr algn="r" rtl="1">
              <a:lnSpc>
                <a:spcPct val="150000"/>
              </a:lnSpc>
            </a:pPr>
            <a:r>
              <a:rPr lang="ar-EG" dirty="0" smtClean="0"/>
              <a:t>يتيح للطلاب كتابة الكود بلغتهم الام مما يسهل فهم المفاهيم البرمجية الاساسية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66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99734"/>
          </a:xfr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ar-EG" i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خطوات بناء اللغة</a:t>
            </a:r>
            <a:endParaRPr lang="en-US" i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783429393"/>
              </p:ext>
            </p:extLst>
          </p:nvPr>
        </p:nvGraphicFramePr>
        <p:xfrm>
          <a:off x="2035048" y="130314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31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6418217" y="2577737"/>
            <a:ext cx="4040777" cy="381992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12945"/>
          </a:xfr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ar-EG" i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i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1:Scanner – </a:t>
            </a:r>
            <a:r>
              <a:rPr lang="ar-EG" i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تعريف الرموز</a:t>
            </a:r>
            <a:endParaRPr lang="en-US" i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1306286" y="1741715"/>
            <a:ext cx="9812818" cy="513805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ar-EG" sz="1800" dirty="0" smtClean="0"/>
              <a:t>نبدأ بتعريف كل الكمات المستخدمة في اللغة وكل انواع البيانات والعمليات المنطقية والرياضية بصيغة </a:t>
            </a:r>
            <a:r>
              <a:rPr lang="en-US" sz="1800" dirty="0" smtClean="0"/>
              <a:t>Regular Expression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195" y="2255520"/>
            <a:ext cx="4810796" cy="4142137"/>
          </a:xfrm>
          <a:prstGeom prst="rect">
            <a:avLst/>
          </a:prstGeom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679924875"/>
              </p:ext>
            </p:extLst>
          </p:nvPr>
        </p:nvGraphicFramePr>
        <p:xfrm>
          <a:off x="6565321" y="2647650"/>
          <a:ext cx="1486263" cy="852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3040685982"/>
              </p:ext>
            </p:extLst>
          </p:nvPr>
        </p:nvGraphicFramePr>
        <p:xfrm>
          <a:off x="6565321" y="3361392"/>
          <a:ext cx="1486263" cy="852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786617240"/>
              </p:ext>
            </p:extLst>
          </p:nvPr>
        </p:nvGraphicFramePr>
        <p:xfrm>
          <a:off x="6565321" y="4117943"/>
          <a:ext cx="1486263" cy="852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1907911269"/>
              </p:ext>
            </p:extLst>
          </p:nvPr>
        </p:nvGraphicFramePr>
        <p:xfrm>
          <a:off x="6565321" y="5545427"/>
          <a:ext cx="1486263" cy="852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2744903431"/>
              </p:ext>
            </p:extLst>
          </p:nvPr>
        </p:nvGraphicFramePr>
        <p:xfrm>
          <a:off x="6565321" y="4846320"/>
          <a:ext cx="1486263" cy="852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graphicFrame>
        <p:nvGraphicFramePr>
          <p:cNvPr id="18" name="Diagram 17"/>
          <p:cNvGraphicFramePr/>
          <p:nvPr>
            <p:extLst>
              <p:ext uri="{D42A27DB-BD31-4B8C-83A1-F6EECF244321}">
                <p14:modId xmlns:p14="http://schemas.microsoft.com/office/powerpoint/2010/main" val="1502424570"/>
              </p:ext>
            </p:extLst>
          </p:nvPr>
        </p:nvGraphicFramePr>
        <p:xfrm>
          <a:off x="8772944" y="2647650"/>
          <a:ext cx="1486263" cy="852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8" r:lo="rId29" r:qs="rId30" r:cs="rId31"/>
          </a:graphicData>
        </a:graphic>
      </p:graphicFrame>
      <p:graphicFrame>
        <p:nvGraphicFramePr>
          <p:cNvPr id="19" name="Diagram 18"/>
          <p:cNvGraphicFramePr/>
          <p:nvPr>
            <p:extLst>
              <p:ext uri="{D42A27DB-BD31-4B8C-83A1-F6EECF244321}">
                <p14:modId xmlns:p14="http://schemas.microsoft.com/office/powerpoint/2010/main" val="625707817"/>
              </p:ext>
            </p:extLst>
          </p:nvPr>
        </p:nvGraphicFramePr>
        <p:xfrm>
          <a:off x="8772944" y="3361392"/>
          <a:ext cx="1486263" cy="852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3" r:lo="rId34" r:qs="rId35" r:cs="rId36"/>
          </a:graphicData>
        </a:graphic>
      </p:graphicFrame>
      <p:graphicFrame>
        <p:nvGraphicFramePr>
          <p:cNvPr id="20" name="Diagram 19"/>
          <p:cNvGraphicFramePr/>
          <p:nvPr>
            <p:extLst>
              <p:ext uri="{D42A27DB-BD31-4B8C-83A1-F6EECF244321}">
                <p14:modId xmlns:p14="http://schemas.microsoft.com/office/powerpoint/2010/main" val="4057300745"/>
              </p:ext>
            </p:extLst>
          </p:nvPr>
        </p:nvGraphicFramePr>
        <p:xfrm>
          <a:off x="8772944" y="4117943"/>
          <a:ext cx="1486263" cy="852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8" r:lo="rId39" r:qs="rId40" r:cs="rId41"/>
          </a:graphicData>
        </a:graphic>
      </p:graphicFrame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141878182"/>
              </p:ext>
            </p:extLst>
          </p:nvPr>
        </p:nvGraphicFramePr>
        <p:xfrm>
          <a:off x="8772944" y="5545427"/>
          <a:ext cx="1486263" cy="852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3" r:lo="rId44" r:qs="rId45" r:cs="rId46"/>
          </a:graphicData>
        </a:graphic>
      </p:graphicFrame>
      <p:graphicFrame>
        <p:nvGraphicFramePr>
          <p:cNvPr id="22" name="Diagram 21"/>
          <p:cNvGraphicFramePr/>
          <p:nvPr>
            <p:extLst>
              <p:ext uri="{D42A27DB-BD31-4B8C-83A1-F6EECF244321}">
                <p14:modId xmlns:p14="http://schemas.microsoft.com/office/powerpoint/2010/main" val="793217331"/>
              </p:ext>
            </p:extLst>
          </p:nvPr>
        </p:nvGraphicFramePr>
        <p:xfrm>
          <a:off x="8772944" y="4846320"/>
          <a:ext cx="1486263" cy="852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8" r:lo="rId49" r:qs="rId50" r:cs="rId51"/>
          </a:graphicData>
        </a:graphic>
      </p:graphicFrame>
    </p:spTree>
    <p:extLst>
      <p:ext uri="{BB962C8B-B14F-4D97-AF65-F5344CB8AC3E}">
        <p14:creationId xmlns:p14="http://schemas.microsoft.com/office/powerpoint/2010/main" val="221295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3"/>
            <a:ext cx="10058400" cy="821654"/>
          </a:xfr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ar-EG" i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1</a:t>
            </a:r>
            <a:r>
              <a:rPr lang="en-US" i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:scanner -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69847" y="1741715"/>
            <a:ext cx="4486221" cy="4345576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651302223"/>
              </p:ext>
            </p:extLst>
          </p:nvPr>
        </p:nvGraphicFramePr>
        <p:xfrm>
          <a:off x="5660571" y="1741714"/>
          <a:ext cx="5458279" cy="4275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547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30065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i="1" dirty="0" smtClean="0"/>
              <a:t>2: parser - </a:t>
            </a:r>
            <a:r>
              <a:rPr lang="en-US" sz="4000" i="1" dirty="0" smtClean="0"/>
              <a:t>Grammar</a:t>
            </a:r>
            <a:endParaRPr lang="en-US" sz="4000" i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069847" y="1881051"/>
            <a:ext cx="4834563" cy="4291149"/>
          </a:xfr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program   →  type '</a:t>
            </a:r>
            <a:r>
              <a:rPr lang="ar-EG" dirty="0">
                <a:solidFill>
                  <a:schemeClr val="tx1"/>
                </a:solidFill>
              </a:rPr>
              <a:t>  '('  ') '  '{'  ' رئيسي </a:t>
            </a:r>
            <a:r>
              <a:rPr lang="en-US" dirty="0" err="1">
                <a:solidFill>
                  <a:schemeClr val="tx1"/>
                </a:solidFill>
              </a:rPr>
              <a:t>stmts</a:t>
            </a:r>
            <a:r>
              <a:rPr lang="en-US" dirty="0">
                <a:solidFill>
                  <a:schemeClr val="tx1"/>
                </a:solidFill>
              </a:rPr>
              <a:t> '}'</a:t>
            </a:r>
          </a:p>
          <a:p>
            <a:r>
              <a:rPr lang="en-US" dirty="0" err="1">
                <a:solidFill>
                  <a:schemeClr val="tx1"/>
                </a:solidFill>
              </a:rPr>
              <a:t>stmts</a:t>
            </a:r>
            <a:r>
              <a:rPr lang="en-US" dirty="0">
                <a:solidFill>
                  <a:schemeClr val="tx1"/>
                </a:solidFill>
              </a:rPr>
              <a:t>   →  </a:t>
            </a:r>
            <a:r>
              <a:rPr lang="en-US" dirty="0" err="1">
                <a:solidFill>
                  <a:schemeClr val="tx1"/>
                </a:solidFill>
              </a:rPr>
              <a:t>stmt</a:t>
            </a:r>
            <a:r>
              <a:rPr lang="en-US" dirty="0">
                <a:solidFill>
                  <a:schemeClr val="tx1"/>
                </a:solidFill>
              </a:rPr>
              <a:t> { </a:t>
            </a:r>
            <a:r>
              <a:rPr lang="en-US" dirty="0" err="1">
                <a:solidFill>
                  <a:schemeClr val="tx1"/>
                </a:solidFill>
              </a:rPr>
              <a:t>stmt</a:t>
            </a:r>
            <a:r>
              <a:rPr lang="en-US" dirty="0">
                <a:solidFill>
                  <a:schemeClr val="tx1"/>
                </a:solidFill>
              </a:rPr>
              <a:t> }</a:t>
            </a:r>
          </a:p>
          <a:p>
            <a:r>
              <a:rPr lang="en-US" dirty="0" err="1">
                <a:solidFill>
                  <a:schemeClr val="tx1"/>
                </a:solidFill>
              </a:rPr>
              <a:t>stmt</a:t>
            </a:r>
            <a:r>
              <a:rPr lang="en-US" dirty="0">
                <a:solidFill>
                  <a:schemeClr val="tx1"/>
                </a:solidFill>
              </a:rPr>
              <a:t>    →  </a:t>
            </a:r>
            <a:r>
              <a:rPr lang="en-US" dirty="0" err="1">
                <a:solidFill>
                  <a:schemeClr val="tx1"/>
                </a:solidFill>
              </a:rPr>
              <a:t>decl_stmt</a:t>
            </a:r>
            <a:r>
              <a:rPr lang="en-US" dirty="0">
                <a:solidFill>
                  <a:schemeClr val="tx1"/>
                </a:solidFill>
              </a:rPr>
              <a:t>  |  </a:t>
            </a:r>
            <a:r>
              <a:rPr lang="en-US" dirty="0" err="1">
                <a:solidFill>
                  <a:schemeClr val="tx1"/>
                </a:solidFill>
              </a:rPr>
              <a:t>assign_stmt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  |  </a:t>
            </a:r>
            <a:r>
              <a:rPr lang="en-US" dirty="0" err="1">
                <a:solidFill>
                  <a:schemeClr val="tx1"/>
                </a:solidFill>
              </a:rPr>
              <a:t>print_stmt</a:t>
            </a:r>
            <a:r>
              <a:rPr lang="en-US" dirty="0">
                <a:solidFill>
                  <a:schemeClr val="tx1"/>
                </a:solidFill>
              </a:rPr>
              <a:t> |  </a:t>
            </a:r>
            <a:r>
              <a:rPr lang="en-US" dirty="0" err="1">
                <a:solidFill>
                  <a:schemeClr val="tx1"/>
                </a:solidFill>
              </a:rPr>
              <a:t>input_stmt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  |  </a:t>
            </a:r>
            <a:r>
              <a:rPr lang="en-US" dirty="0" err="1">
                <a:solidFill>
                  <a:schemeClr val="tx1"/>
                </a:solidFill>
              </a:rPr>
              <a:t>if_stmt</a:t>
            </a:r>
            <a:r>
              <a:rPr lang="en-US" dirty="0">
                <a:solidFill>
                  <a:schemeClr val="tx1"/>
                </a:solidFill>
              </a:rPr>
              <a:t>    |  </a:t>
            </a:r>
            <a:r>
              <a:rPr lang="en-US" dirty="0" err="1">
                <a:solidFill>
                  <a:schemeClr val="tx1"/>
                </a:solidFill>
              </a:rPr>
              <a:t>while_stmt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  |  </a:t>
            </a:r>
            <a:r>
              <a:rPr lang="en-US" dirty="0" err="1">
                <a:solidFill>
                  <a:schemeClr val="tx1"/>
                </a:solidFill>
              </a:rPr>
              <a:t>repeat_stmt</a:t>
            </a:r>
            <a:r>
              <a:rPr lang="en-US" dirty="0">
                <a:solidFill>
                  <a:schemeClr val="tx1"/>
                </a:solidFill>
              </a:rPr>
              <a:t>|  </a:t>
            </a:r>
            <a:r>
              <a:rPr lang="en-US" dirty="0" err="1">
                <a:solidFill>
                  <a:schemeClr val="tx1"/>
                </a:solidFill>
              </a:rPr>
              <a:t>return_stmt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decl_stmt</a:t>
            </a:r>
            <a:r>
              <a:rPr lang="en-US" dirty="0">
                <a:solidFill>
                  <a:schemeClr val="tx1"/>
                </a:solidFill>
              </a:rPr>
              <a:t> →  type ID [ '=' expr ] '.'</a:t>
            </a:r>
          </a:p>
          <a:p>
            <a:r>
              <a:rPr lang="en-US" dirty="0">
                <a:solidFill>
                  <a:schemeClr val="tx1"/>
                </a:solidFill>
              </a:rPr>
              <a:t>type      →  '</a:t>
            </a:r>
            <a:r>
              <a:rPr lang="ar-EG" dirty="0">
                <a:solidFill>
                  <a:schemeClr val="tx1"/>
                </a:solidFill>
              </a:rPr>
              <a:t>رقم'|'عشري'|'نص'|'منطقي'</a:t>
            </a:r>
          </a:p>
          <a:p>
            <a:r>
              <a:rPr lang="en-US" dirty="0" err="1">
                <a:solidFill>
                  <a:schemeClr val="tx1"/>
                </a:solidFill>
              </a:rPr>
              <a:t>print_stmt</a:t>
            </a:r>
            <a:r>
              <a:rPr lang="en-US" dirty="0">
                <a:solidFill>
                  <a:schemeClr val="tx1"/>
                </a:solidFill>
              </a:rPr>
              <a:t>→  ‘</a:t>
            </a:r>
            <a:r>
              <a:rPr lang="ar-EG" dirty="0">
                <a:solidFill>
                  <a:schemeClr val="tx1"/>
                </a:solidFill>
              </a:rPr>
              <a:t> '(‘  ' اطبع </a:t>
            </a:r>
            <a:r>
              <a:rPr lang="en-US" dirty="0">
                <a:solidFill>
                  <a:schemeClr val="tx1"/>
                </a:solidFill>
              </a:rPr>
              <a:t>expr ')'  '.'</a:t>
            </a:r>
          </a:p>
          <a:p>
            <a:r>
              <a:rPr lang="en-US" dirty="0" err="1">
                <a:solidFill>
                  <a:schemeClr val="tx1"/>
                </a:solidFill>
              </a:rPr>
              <a:t>input_stmt</a:t>
            </a:r>
            <a:r>
              <a:rPr lang="en-US" dirty="0">
                <a:solidFill>
                  <a:schemeClr val="tx1"/>
                </a:solidFill>
              </a:rPr>
              <a:t>→  ‘</a:t>
            </a:r>
            <a:r>
              <a:rPr lang="ar-EG" dirty="0">
                <a:solidFill>
                  <a:schemeClr val="tx1"/>
                </a:solidFill>
              </a:rPr>
              <a:t>  '(‘  ' ادخل </a:t>
            </a:r>
            <a:r>
              <a:rPr lang="en-US" dirty="0">
                <a:solidFill>
                  <a:schemeClr val="tx1"/>
                </a:solidFill>
              </a:rPr>
              <a:t>ID </a:t>
            </a:r>
            <a:r>
              <a:rPr lang="ar-EG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')'   '.'</a:t>
            </a:r>
          </a:p>
          <a:p>
            <a:r>
              <a:rPr lang="en-US" dirty="0" err="1">
                <a:solidFill>
                  <a:schemeClr val="tx1"/>
                </a:solidFill>
              </a:rPr>
              <a:t>if_stmt</a:t>
            </a:r>
            <a:r>
              <a:rPr lang="en-US" dirty="0">
                <a:solidFill>
                  <a:schemeClr val="tx1"/>
                </a:solidFill>
              </a:rPr>
              <a:t>   →  ‘</a:t>
            </a:r>
            <a:r>
              <a:rPr lang="ar-EG" dirty="0">
                <a:solidFill>
                  <a:schemeClr val="tx1"/>
                </a:solidFill>
              </a:rPr>
              <a:t>  '(‘  ' اذا </a:t>
            </a:r>
            <a:r>
              <a:rPr lang="en-US" dirty="0" err="1">
                <a:solidFill>
                  <a:schemeClr val="tx1"/>
                </a:solidFill>
              </a:rPr>
              <a:t>cond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ar-EG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')‘</a:t>
            </a:r>
            <a:r>
              <a:rPr lang="ar-EG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block</a:t>
            </a:r>
          </a:p>
          <a:p>
            <a:r>
              <a:rPr lang="en-US" dirty="0">
                <a:solidFill>
                  <a:schemeClr val="tx1"/>
                </a:solidFill>
              </a:rPr>
              <a:t>          { ‘</a:t>
            </a:r>
            <a:r>
              <a:rPr lang="ar-EG" dirty="0">
                <a:solidFill>
                  <a:schemeClr val="tx1"/>
                </a:solidFill>
              </a:rPr>
              <a:t>  '(‘ 'او اذا </a:t>
            </a:r>
            <a:r>
              <a:rPr lang="en-US" dirty="0" err="1">
                <a:solidFill>
                  <a:schemeClr val="tx1"/>
                </a:solidFill>
              </a:rPr>
              <a:t>cond</a:t>
            </a:r>
            <a:r>
              <a:rPr lang="en-US" dirty="0">
                <a:solidFill>
                  <a:schemeClr val="tx1"/>
                </a:solidFill>
              </a:rPr>
              <a:t> ')' block }</a:t>
            </a:r>
          </a:p>
          <a:p>
            <a:r>
              <a:rPr lang="en-US" dirty="0">
                <a:solidFill>
                  <a:schemeClr val="tx1"/>
                </a:solidFill>
              </a:rPr>
              <a:t>          [ ‘</a:t>
            </a:r>
            <a:r>
              <a:rPr lang="ar-EG" dirty="0">
                <a:solidFill>
                  <a:schemeClr val="tx1"/>
                </a:solidFill>
              </a:rPr>
              <a:t> ' اذا لم </a:t>
            </a:r>
            <a:r>
              <a:rPr lang="en-US" dirty="0">
                <a:solidFill>
                  <a:schemeClr val="tx1"/>
                </a:solidFill>
              </a:rPr>
              <a:t>block ]</a:t>
            </a:r>
          </a:p>
          <a:p>
            <a:endParaRPr lang="ar-EG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6008914" y="1881051"/>
            <a:ext cx="5110190" cy="4291149"/>
          </a:xfr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while_stmt</a:t>
            </a:r>
            <a:r>
              <a:rPr lang="en-US" dirty="0">
                <a:solidFill>
                  <a:schemeClr val="tx1"/>
                </a:solidFill>
              </a:rPr>
              <a:t>→  ‘</a:t>
            </a:r>
            <a:r>
              <a:rPr lang="ar-EG" dirty="0">
                <a:solidFill>
                  <a:schemeClr val="tx1"/>
                </a:solidFill>
              </a:rPr>
              <a:t>  '(‘  ' بينما </a:t>
            </a:r>
            <a:r>
              <a:rPr lang="en-US" dirty="0" err="1">
                <a:solidFill>
                  <a:schemeClr val="tx1"/>
                </a:solidFill>
              </a:rPr>
              <a:t>cond</a:t>
            </a:r>
            <a:r>
              <a:rPr lang="en-US" dirty="0">
                <a:solidFill>
                  <a:schemeClr val="tx1"/>
                </a:solidFill>
              </a:rPr>
              <a:t> ')' block</a:t>
            </a:r>
            <a:endParaRPr lang="ar-EG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Block → ‘{’ </a:t>
            </a:r>
            <a:r>
              <a:rPr lang="en-US" dirty="0" err="1">
                <a:solidFill>
                  <a:schemeClr val="tx1"/>
                </a:solidFill>
              </a:rPr>
              <a:t>stmts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‘}’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cond</a:t>
            </a:r>
            <a:r>
              <a:rPr lang="en-US" dirty="0" smtClean="0">
                <a:solidFill>
                  <a:schemeClr val="tx1"/>
                </a:solidFill>
              </a:rPr>
              <a:t> → expr </a:t>
            </a:r>
            <a:r>
              <a:rPr lang="en-US" dirty="0" err="1" smtClean="0">
                <a:solidFill>
                  <a:schemeClr val="tx1"/>
                </a:solidFill>
              </a:rPr>
              <a:t>rel_op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exper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rel_op</a:t>
            </a:r>
            <a:r>
              <a:rPr lang="en-US" dirty="0" smtClean="0">
                <a:solidFill>
                  <a:schemeClr val="tx1"/>
                </a:solidFill>
              </a:rPr>
              <a:t> → ‘==‘ | ‘!=‘ | ‘&gt;’ | ‘&lt;‘ | ‘&gt;=‘ | ‘&lt;=‘</a:t>
            </a:r>
            <a:endParaRPr lang="ar-EG" dirty="0">
              <a:solidFill>
                <a:schemeClr val="tx1"/>
              </a:solidFill>
            </a:endParaRPr>
          </a:p>
          <a:p>
            <a:pPr marL="0" indent="0" algn="r" rt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5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30065"/>
          </a:xfr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i="1" dirty="0" smtClean="0"/>
              <a:t>2: parser</a:t>
            </a:r>
            <a:endParaRPr lang="en-US" i="1" dirty="0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151262922"/>
              </p:ext>
            </p:extLst>
          </p:nvPr>
        </p:nvGraphicFramePr>
        <p:xfrm>
          <a:off x="3882345" y="2098131"/>
          <a:ext cx="4754562" cy="397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1813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30065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i="1" dirty="0" smtClean="0"/>
              <a:t>2: parser</a:t>
            </a:r>
            <a:endParaRPr lang="en-US" i="1" dirty="0"/>
          </a:p>
        </p:txBody>
      </p:sp>
      <p:sp>
        <p:nvSpPr>
          <p:cNvPr id="4" name="TextBox 3"/>
          <p:cNvSpPr txBox="1"/>
          <p:nvPr/>
        </p:nvSpPr>
        <p:spPr>
          <a:xfrm>
            <a:off x="4274602" y="1295241"/>
            <a:ext cx="364889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ar-EG" dirty="0" smtClean="0"/>
              <a:t>بعض الامثلة من ال </a:t>
            </a:r>
            <a:r>
              <a:rPr lang="en-US" dirty="0" smtClean="0"/>
              <a:t>parser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858" y="1845117"/>
            <a:ext cx="4315502" cy="21053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858" y="4050267"/>
            <a:ext cx="4315502" cy="26148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540" y="1845117"/>
            <a:ext cx="5224594" cy="25091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541" y="4454117"/>
            <a:ext cx="5224594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5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30065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i="1" dirty="0" smtClean="0"/>
              <a:t>3: </a:t>
            </a:r>
            <a:r>
              <a:rPr lang="en-US" i="1" dirty="0" err="1" smtClean="0"/>
              <a:t>symantic</a:t>
            </a:r>
            <a:r>
              <a:rPr lang="ar-EG" i="1" dirty="0"/>
              <a:t>  </a:t>
            </a:r>
            <a:r>
              <a:rPr lang="en-US" i="1" dirty="0" smtClean="0"/>
              <a:t>- </a:t>
            </a:r>
            <a:r>
              <a:rPr lang="ar-EG" i="1" dirty="0" smtClean="0"/>
              <a:t>من ماذا يتحقق؟</a:t>
            </a:r>
            <a:endParaRPr lang="en-US" i="1" dirty="0"/>
          </a:p>
        </p:txBody>
      </p:sp>
      <p:graphicFrame>
        <p:nvGraphicFramePr>
          <p:cNvPr id="14" name="Content Placeholder 1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78197598"/>
              </p:ext>
            </p:extLst>
          </p:nvPr>
        </p:nvGraphicFramePr>
        <p:xfrm>
          <a:off x="3614058" y="1950719"/>
          <a:ext cx="5257846" cy="4066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437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30065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ar-EG" i="1" dirty="0" smtClean="0"/>
              <a:t>3</a:t>
            </a:r>
            <a:r>
              <a:rPr lang="en-US" i="1" dirty="0" smtClean="0"/>
              <a:t>: </a:t>
            </a:r>
            <a:r>
              <a:rPr lang="en-US" i="1" dirty="0" err="1" smtClean="0"/>
              <a:t>symantic</a:t>
            </a:r>
            <a:r>
              <a:rPr lang="en-US" i="1" dirty="0" smtClean="0"/>
              <a:t> – symbol table</a:t>
            </a:r>
            <a:endParaRPr lang="en-US" i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34029539"/>
              </p:ext>
            </p:extLst>
          </p:nvPr>
        </p:nvGraphicFramePr>
        <p:xfrm>
          <a:off x="1498600" y="2020886"/>
          <a:ext cx="9620252" cy="3047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063">
                  <a:extLst>
                    <a:ext uri="{9D8B030D-6E8A-4147-A177-3AD203B41FA5}">
                      <a16:colId xmlns:a16="http://schemas.microsoft.com/office/drawing/2014/main" val="894093634"/>
                    </a:ext>
                  </a:extLst>
                </a:gridCol>
                <a:gridCol w="2405063">
                  <a:extLst>
                    <a:ext uri="{9D8B030D-6E8A-4147-A177-3AD203B41FA5}">
                      <a16:colId xmlns:a16="http://schemas.microsoft.com/office/drawing/2014/main" val="808735140"/>
                    </a:ext>
                  </a:extLst>
                </a:gridCol>
                <a:gridCol w="2405063">
                  <a:extLst>
                    <a:ext uri="{9D8B030D-6E8A-4147-A177-3AD203B41FA5}">
                      <a16:colId xmlns:a16="http://schemas.microsoft.com/office/drawing/2014/main" val="286205287"/>
                    </a:ext>
                  </a:extLst>
                </a:gridCol>
                <a:gridCol w="2405063">
                  <a:extLst>
                    <a:ext uri="{9D8B030D-6E8A-4147-A177-3AD203B41FA5}">
                      <a16:colId xmlns:a16="http://schemas.microsoft.com/office/drawing/2014/main" val="658695758"/>
                    </a:ext>
                  </a:extLst>
                </a:gridCol>
              </a:tblGrid>
              <a:tr h="507917">
                <a:tc>
                  <a:txBody>
                    <a:bodyPr/>
                    <a:lstStyle/>
                    <a:p>
                      <a:pPr algn="ctr" rtl="1"/>
                      <a:r>
                        <a:rPr lang="ar-EG" dirty="0" smtClean="0"/>
                        <a:t>الاسم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dirty="0" smtClean="0"/>
                        <a:t>النوع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dirty="0" smtClean="0"/>
                        <a:t>القيمة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dirty="0" smtClean="0"/>
                        <a:t>النطاق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646939"/>
                  </a:ext>
                </a:extLst>
              </a:tr>
              <a:tr h="507917">
                <a:tc>
                  <a:txBody>
                    <a:bodyPr/>
                    <a:lstStyle/>
                    <a:p>
                      <a:pPr algn="ctr" rtl="1"/>
                      <a:r>
                        <a:rPr lang="ar-EG" dirty="0" smtClean="0"/>
                        <a:t>س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رقم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global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01350"/>
                  </a:ext>
                </a:extLst>
              </a:tr>
              <a:tr h="507917"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اسمي</a:t>
                      </a:r>
                      <a:r>
                        <a:rPr lang="ar-EG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نص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ابراهيم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main()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103984"/>
                  </a:ext>
                </a:extLst>
              </a:tr>
              <a:tr h="507917"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علم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منطقي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صح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main()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479439"/>
                  </a:ext>
                </a:extLst>
              </a:tr>
              <a:tr h="507917"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رئيسي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دالة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_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global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756200"/>
                  </a:ext>
                </a:extLst>
              </a:tr>
              <a:tr h="507917"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باي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عشري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 smtClean="0"/>
                        <a:t>3.14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main()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0895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15886" y="1245326"/>
            <a:ext cx="863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 smtClean="0"/>
              <a:t>Symbol table </a:t>
            </a:r>
            <a:r>
              <a:rPr lang="ar-EG" dirty="0"/>
              <a:t> </a:t>
            </a:r>
            <a:r>
              <a:rPr lang="ar-EG" dirty="0" smtClean="0"/>
              <a:t>هو جدول يخزن فيه معلومات كل متغير ودالة في البرنامج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31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30065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ar-EG" i="1" dirty="0" smtClean="0"/>
              <a:t>3</a:t>
            </a:r>
            <a:r>
              <a:rPr lang="en-US" i="1" dirty="0" smtClean="0"/>
              <a:t>: </a:t>
            </a:r>
            <a:r>
              <a:rPr lang="en-US" i="1" dirty="0" err="1" smtClean="0"/>
              <a:t>symantic</a:t>
            </a:r>
            <a:endParaRPr lang="en-US" i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29009" y="2366963"/>
            <a:ext cx="4076182" cy="3424237"/>
          </a:xfrm>
          <a:prstGeom prst="rect">
            <a:avLst/>
          </a:prstGeom>
        </p:spPr>
      </p:pic>
      <p:sp>
        <p:nvSpPr>
          <p:cNvPr id="8" name="Text Placeholder 2"/>
          <p:cNvSpPr txBox="1">
            <a:spLocks/>
          </p:cNvSpPr>
          <p:nvPr/>
        </p:nvSpPr>
        <p:spPr>
          <a:xfrm>
            <a:off x="1429009" y="1698172"/>
            <a:ext cx="4076182" cy="528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EG" sz="2800" i="1" dirty="0" smtClean="0"/>
              <a:t>عينة من كود </a:t>
            </a:r>
            <a:r>
              <a:rPr lang="en-US" sz="2800" i="1" dirty="0" err="1" smtClean="0"/>
              <a:t>symantic</a:t>
            </a:r>
            <a:endParaRPr lang="en-US" sz="2800" i="1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6560348" y="2366963"/>
            <a:ext cx="4391016" cy="3424237"/>
          </a:xfrm>
          <a:prstGeom prst="rect">
            <a:avLst/>
          </a:prstGeom>
        </p:spPr>
      </p:pic>
      <p:sp>
        <p:nvSpPr>
          <p:cNvPr id="12" name="Text Placeholder 2"/>
          <p:cNvSpPr txBox="1">
            <a:spLocks/>
          </p:cNvSpPr>
          <p:nvPr/>
        </p:nvSpPr>
        <p:spPr>
          <a:xfrm>
            <a:off x="6560348" y="1698172"/>
            <a:ext cx="4391016" cy="528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EG" sz="2800" i="1" dirty="0" smtClean="0"/>
              <a:t>عينة من كود </a:t>
            </a:r>
            <a:r>
              <a:rPr lang="en-US" sz="2800" i="1" dirty="0" smtClean="0"/>
              <a:t>symbol table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340270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30065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i="1" dirty="0" smtClean="0"/>
              <a:t>4: code </a:t>
            </a:r>
            <a:r>
              <a:rPr lang="en-US" i="1" dirty="0" err="1" smtClean="0"/>
              <a:t>genration</a:t>
            </a:r>
            <a:endParaRPr lang="en-US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71864995"/>
              </p:ext>
            </p:extLst>
          </p:nvPr>
        </p:nvGraphicFramePr>
        <p:xfrm>
          <a:off x="3074125" y="1861865"/>
          <a:ext cx="5556069" cy="3842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859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ar-EG" dirty="0" smtClean="0"/>
              <a:t>#</a:t>
            </a:r>
            <a:r>
              <a:rPr lang="en-US" dirty="0" smtClean="0"/>
              <a:t>include &lt;</a:t>
            </a:r>
            <a:r>
              <a:rPr lang="en-US" dirty="0" err="1" smtClean="0"/>
              <a:t>iostram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Using namespace </a:t>
            </a:r>
            <a:r>
              <a:rPr lang="en-US" dirty="0" err="1" smtClean="0"/>
              <a:t>std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main(){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ar-EG" dirty="0" smtClean="0"/>
              <a:t>س </a:t>
            </a:r>
            <a:r>
              <a:rPr lang="en-US" dirty="0"/>
              <a:t> </a:t>
            </a:r>
            <a:r>
              <a:rPr lang="en-US" dirty="0" smtClean="0"/>
              <a:t>= 5;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</a:t>
            </a:r>
            <a:r>
              <a:rPr lang="ar-EG" dirty="0" smtClean="0"/>
              <a:t>س</a:t>
            </a:r>
            <a:r>
              <a:rPr lang="en-US" dirty="0" smtClean="0"/>
              <a:t>;}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algn="r" rtl="1"/>
            <a:r>
              <a:rPr lang="ar-EG" dirty="0" smtClean="0"/>
              <a:t>رقم رئيسي()</a:t>
            </a:r>
            <a:r>
              <a:rPr lang="en-US" dirty="0" smtClean="0"/>
              <a:t>}</a:t>
            </a:r>
          </a:p>
          <a:p>
            <a:pPr algn="r" rtl="1"/>
            <a:r>
              <a:rPr lang="ar-EG" dirty="0" smtClean="0"/>
              <a:t>رقم س = 5.</a:t>
            </a:r>
          </a:p>
          <a:p>
            <a:pPr algn="r" rtl="1"/>
            <a:r>
              <a:rPr lang="ar-EG" dirty="0" smtClean="0"/>
              <a:t>اطبع(س).</a:t>
            </a:r>
            <a:r>
              <a:rPr lang="en-US" dirty="0" smtClean="0"/>
              <a:t>{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90601" y="798140"/>
            <a:ext cx="10058400" cy="630065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i="1" dirty="0" smtClean="0"/>
              <a:t>4: code </a:t>
            </a:r>
            <a:r>
              <a:rPr lang="en-US" i="1" dirty="0" err="1" smtClean="0"/>
              <a:t>genration</a:t>
            </a:r>
            <a:endParaRPr lang="en-US" i="1" dirty="0"/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6523524" y="2106713"/>
            <a:ext cx="4076182" cy="528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EG" sz="2800" i="1" dirty="0" smtClean="0"/>
              <a:t>كود باللغة العربية</a:t>
            </a:r>
            <a:endParaRPr lang="en-US" sz="2800" i="1" dirty="0"/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1428696" y="2106713"/>
            <a:ext cx="4076182" cy="528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EG" sz="2800" i="1" dirty="0" smtClean="0"/>
              <a:t>الكود بعد تحويله ل </a:t>
            </a:r>
            <a:r>
              <a:rPr lang="en-US" sz="2800" i="1" dirty="0" err="1" smtClean="0"/>
              <a:t>c++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80644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90601" y="798140"/>
            <a:ext cx="10058400" cy="630065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i="1" dirty="0" smtClean="0"/>
              <a:t>4: code generation - </a:t>
            </a:r>
            <a:r>
              <a:rPr lang="en-US" i="1" dirty="0" err="1" smtClean="0"/>
              <a:t>gui</a:t>
            </a:r>
            <a:endParaRPr lang="en-US" i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5573" y="2367276"/>
            <a:ext cx="2838846" cy="18481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573" y="4215385"/>
            <a:ext cx="2838846" cy="1801368"/>
          </a:xfrm>
          <a:prstGeom prst="rect">
            <a:avLst/>
          </a:prstGeom>
        </p:spPr>
      </p:pic>
      <p:sp>
        <p:nvSpPr>
          <p:cNvPr id="11" name="Text Placeholder 2"/>
          <p:cNvSpPr txBox="1">
            <a:spLocks/>
          </p:cNvSpPr>
          <p:nvPr/>
        </p:nvSpPr>
        <p:spPr>
          <a:xfrm>
            <a:off x="1215573" y="1633435"/>
            <a:ext cx="2758943" cy="528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EG" sz="2800" i="1" dirty="0" smtClean="0"/>
              <a:t>كود صحيح لغويا</a:t>
            </a:r>
            <a:endParaRPr lang="en-US" sz="2800" i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46" y="2357749"/>
            <a:ext cx="3115110" cy="175284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3827" y="2357749"/>
            <a:ext cx="2953162" cy="1867161"/>
          </a:xfrm>
          <a:prstGeom prst="rect">
            <a:avLst/>
          </a:prstGeom>
        </p:spPr>
      </p:pic>
      <p:sp>
        <p:nvSpPr>
          <p:cNvPr id="14" name="Text Placeholder 2"/>
          <p:cNvSpPr txBox="1">
            <a:spLocks/>
          </p:cNvSpPr>
          <p:nvPr/>
        </p:nvSpPr>
        <p:spPr>
          <a:xfrm>
            <a:off x="7883827" y="1628672"/>
            <a:ext cx="2953162" cy="528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EG" sz="2800" i="1" dirty="0" smtClean="0"/>
              <a:t>محاولة مساواة نص ب رقم</a:t>
            </a:r>
            <a:endParaRPr lang="en-US" sz="2800" i="1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3827" y="4224910"/>
            <a:ext cx="2953162" cy="9860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246" y="4110594"/>
            <a:ext cx="3115110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1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613</TotalTime>
  <Words>587</Words>
  <Application>Microsoft Office PowerPoint</Application>
  <PresentationFormat>Widescreen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Times New Roman</vt:lpstr>
      <vt:lpstr>Tw Cen MT</vt:lpstr>
      <vt:lpstr>Droplet</vt:lpstr>
      <vt:lpstr>Arabic Compiler</vt:lpstr>
      <vt:lpstr>المشكلة والهدف</vt:lpstr>
      <vt:lpstr>خطوات بناء اللغة</vt:lpstr>
      <vt:lpstr> 1:Scanner – تعريف الرموز</vt:lpstr>
      <vt:lpstr>1:scanner - </vt:lpstr>
      <vt:lpstr>2: parser - Grammar</vt:lpstr>
      <vt:lpstr>2: parser</vt:lpstr>
      <vt:lpstr>2: parser</vt:lpstr>
      <vt:lpstr>3: symantic  - من ماذا يتحقق؟</vt:lpstr>
      <vt:lpstr>3: symantic – symbol table</vt:lpstr>
      <vt:lpstr>3: symantic</vt:lpstr>
      <vt:lpstr>4: code genration</vt:lpstr>
      <vt:lpstr>4: code genration</vt:lpstr>
      <vt:lpstr>4: code generation - gui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Compiler</dc:title>
  <dc:creator>Maher</dc:creator>
  <cp:lastModifiedBy>Maher</cp:lastModifiedBy>
  <cp:revision>36</cp:revision>
  <dcterms:created xsi:type="dcterms:W3CDTF">2026-05-10T16:22:34Z</dcterms:created>
  <dcterms:modified xsi:type="dcterms:W3CDTF">2026-06-16T22:34:41Z</dcterms:modified>
</cp:coreProperties>
</file>